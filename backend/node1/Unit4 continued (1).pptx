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AD99B-5996-4934-A9B0-4D12BBF6DF32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3E6F6-829A-45A7-8474-A0E8C49B2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4400" y="1752600"/>
            <a:ext cx="7772400" cy="1362075"/>
          </a:xfrm>
        </p:spPr>
        <p:txBody>
          <a:bodyPr/>
          <a:lstStyle/>
          <a:p>
            <a:pPr algn="ctr"/>
            <a:r>
              <a:rPr lang="en-US" dirty="0" smtClean="0"/>
              <a:t>Unit-4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914400" y="2590800"/>
            <a:ext cx="7772400" cy="901700"/>
          </a:xfrm>
        </p:spPr>
        <p:txBody>
          <a:bodyPr>
            <a:normAutofit/>
          </a:bodyPr>
          <a:lstStyle/>
          <a:p>
            <a:pPr algn="r"/>
            <a:r>
              <a:rPr lang="en-US" sz="4800" dirty="0" smtClean="0"/>
              <a:t>…continued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	</a:t>
            </a:r>
            <a:br>
              <a:rPr lang="en-US" b="1" dirty="0" smtClean="0"/>
            </a:br>
            <a:r>
              <a:rPr lang="en-US" b="1" dirty="0"/>
              <a:t>	</a:t>
            </a:r>
            <a:r>
              <a:rPr lang="en-US" b="1" u="sng" dirty="0" smtClean="0"/>
              <a:t>Problem statement(5.5)</a:t>
            </a:r>
            <a:r>
              <a:rPr lang="en-US" b="1" dirty="0" smtClean="0"/>
              <a:t>						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828800"/>
            <a:ext cx="62484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752600"/>
            <a:ext cx="6553199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 (5.6)</a:t>
            </a:r>
            <a:endParaRPr lang="en-US" b="1" u="sng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19200"/>
            <a:ext cx="86106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3657600"/>
            <a:ext cx="3505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828800"/>
            <a:ext cx="6705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List methods</a:t>
            </a:r>
            <a:endParaRPr lang="en-US" b="1" u="sng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447800"/>
            <a:ext cx="6324600" cy="487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8153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66800"/>
            <a:ext cx="8382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990600"/>
            <a:ext cx="8077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838200"/>
            <a:ext cx="8229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76400"/>
            <a:ext cx="7696200" cy="280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828800"/>
            <a:ext cx="7924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905000"/>
            <a:ext cx="7924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95400"/>
            <a:ext cx="6629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statement(6.1)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8229599" cy="4190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br>
              <a:rPr lang="en-US" dirty="0" smtClean="0"/>
            </a:br>
            <a:r>
              <a:rPr lang="en-US" dirty="0" smtClean="0"/>
              <a:t>Sample Input &amp; Output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057400"/>
            <a:ext cx="8458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153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statement(6.2)</a:t>
            </a:r>
            <a:endParaRPr lang="en-US" b="1" u="sng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752600"/>
            <a:ext cx="8077200" cy="292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2514600"/>
            <a:ext cx="706244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[::-1] is a slicing notation. In this case, [::-1] specifies a slice that goes from the beginning of the sequence to the end, but with a step of -1.</a:t>
            </a:r>
          </a:p>
          <a:p>
            <a:r>
              <a:rPr lang="en-US" dirty="0"/>
              <a:t>The step of -1 in the slice effectively reverses the order of elements in the sequence.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 (6.4)</a:t>
            </a:r>
            <a:endParaRPr lang="en-US" b="1" u="sng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00200"/>
            <a:ext cx="8382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752600"/>
            <a:ext cx="5257799" cy="266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 (6.11)</a:t>
            </a:r>
            <a:endParaRPr lang="en-US" b="1" u="sng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00200"/>
            <a:ext cx="86868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905000"/>
            <a:ext cx="5714999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1143000"/>
          </a:xfrm>
        </p:spPr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Tuple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057400"/>
            <a:ext cx="8153399" cy="2539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Benefits of </a:t>
            </a:r>
            <a:r>
              <a:rPr lang="en-US" b="1" u="sng" dirty="0" err="1" smtClean="0"/>
              <a:t>Tuple</a:t>
            </a:r>
            <a:endParaRPr lang="en-US" b="1" u="sng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28800"/>
            <a:ext cx="8229599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05000"/>
            <a:ext cx="8229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Select the correct statements</a:t>
            </a:r>
            <a:endParaRPr lang="en-US" b="1" u="sng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76400"/>
            <a:ext cx="8610600" cy="396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Option3,4&amp;6 are correct.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To convert list of elements in to a </a:t>
            </a:r>
            <a:r>
              <a:rPr lang="en-US" dirty="0" err="1" smtClean="0"/>
              <a:t>tuple</a:t>
            </a:r>
            <a:endParaRPr 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752600"/>
            <a:ext cx="5181600" cy="2971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statement(7.3)</a:t>
            </a:r>
            <a:endParaRPr lang="en-US" b="1" u="sng" dirty="0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229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752600"/>
            <a:ext cx="5257799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Built-in </a:t>
            </a:r>
            <a:r>
              <a:rPr lang="en-US" b="1" u="sng" dirty="0" err="1" smtClean="0"/>
              <a:t>Tuple</a:t>
            </a:r>
            <a:r>
              <a:rPr lang="en-US" b="1" u="sng" dirty="0" smtClean="0"/>
              <a:t> functions</a:t>
            </a:r>
            <a:endParaRPr lang="en-US" b="1" u="sng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00200"/>
            <a:ext cx="8610599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229599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Select the correct statement</a:t>
            </a:r>
            <a:endParaRPr lang="en-US" b="1" u="sng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905000"/>
            <a:ext cx="6705600" cy="2971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Option 1 &amp; 2 is correct.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Built-In </a:t>
            </a:r>
            <a:r>
              <a:rPr lang="en-US" b="1" u="sng" dirty="0" err="1" smtClean="0"/>
              <a:t>Tuple</a:t>
            </a:r>
            <a:r>
              <a:rPr lang="en-US" b="1" u="sng" dirty="0" smtClean="0"/>
              <a:t> Functions</a:t>
            </a:r>
            <a:endParaRPr lang="en-US" b="1" u="sng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828800"/>
            <a:ext cx="6629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0"/>
            <a:ext cx="8763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639762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Select the correct statements:</a:t>
            </a:r>
            <a:endParaRPr lang="en-US" b="1" u="sng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524000"/>
            <a:ext cx="883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Options 2&amp;3 are true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statement(8.3)</a:t>
            </a:r>
            <a:endParaRPr lang="en-US" b="1" u="sng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95401"/>
            <a:ext cx="8001000" cy="323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209800"/>
            <a:ext cx="6324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 (8.5)</a:t>
            </a:r>
            <a:endParaRPr lang="en-US" b="1" u="sng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077199" cy="3200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905000"/>
            <a:ext cx="6553200" cy="2977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statement(8.7)</a:t>
            </a:r>
            <a:endParaRPr lang="en-US" b="1" u="sng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828800"/>
            <a:ext cx="8458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286000"/>
            <a:ext cx="6858000" cy="220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Introduction to Dictionaries</a:t>
            </a:r>
            <a:endParaRPr lang="en-US" b="1" u="sng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057400"/>
            <a:ext cx="8534400" cy="38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00200"/>
            <a:ext cx="8763000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Select the correct statement</a:t>
            </a:r>
            <a:endParaRPr lang="en-US" b="1" u="sng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828800"/>
            <a:ext cx="8305800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Option 3&amp;5 are correct.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Overview of Operations on Dictionary</a:t>
            </a:r>
            <a:endParaRPr lang="en-US" b="1" u="sng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8458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Problem statement(10.6)</a:t>
            </a:r>
            <a:endParaRPr lang="en-US" b="1" u="sng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219200"/>
            <a:ext cx="8763000" cy="2491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3810000"/>
            <a:ext cx="3429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8199" y="3810000"/>
            <a:ext cx="349602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00200"/>
            <a:ext cx="8229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Introduction to Sets</a:t>
            </a:r>
            <a:endParaRPr lang="en-US" b="1" u="sng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00200"/>
            <a:ext cx="8534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752600"/>
            <a:ext cx="83820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306</TotalTime>
  <Words>203</Words>
  <Application>Microsoft Office PowerPoint</Application>
  <PresentationFormat>On-screen Show (4:3)</PresentationFormat>
  <Paragraphs>53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Unit-4  </vt:lpstr>
      <vt:lpstr>   Problem statement(5.5)      </vt:lpstr>
      <vt:lpstr>Slide 3</vt:lpstr>
      <vt:lpstr>Contd…</vt:lpstr>
      <vt:lpstr>Problem statement (5.6)</vt:lpstr>
      <vt:lpstr>Contd…</vt:lpstr>
      <vt:lpstr>List methods</vt:lpstr>
      <vt:lpstr>Contd…</vt:lpstr>
      <vt:lpstr>Contd…</vt:lpstr>
      <vt:lpstr>Contd…</vt:lpstr>
      <vt:lpstr>Contd…</vt:lpstr>
      <vt:lpstr>Contd…</vt:lpstr>
      <vt:lpstr>Contd…</vt:lpstr>
      <vt:lpstr>Contd…</vt:lpstr>
      <vt:lpstr>Contd…</vt:lpstr>
      <vt:lpstr>Problem statement(6.1)</vt:lpstr>
      <vt:lpstr>Contd… Sample Input &amp; Output</vt:lpstr>
      <vt:lpstr>Contd…</vt:lpstr>
      <vt:lpstr>Problem statement(6.2)</vt:lpstr>
      <vt:lpstr>Contd…</vt:lpstr>
      <vt:lpstr>Slide 21</vt:lpstr>
      <vt:lpstr>Problem statement (6.4)</vt:lpstr>
      <vt:lpstr>contd…</vt:lpstr>
      <vt:lpstr>Problem statement (6.11)</vt:lpstr>
      <vt:lpstr>Contd…</vt:lpstr>
      <vt:lpstr>Introduction to Tuple</vt:lpstr>
      <vt:lpstr>Benefits of Tuple</vt:lpstr>
      <vt:lpstr>Contd…</vt:lpstr>
      <vt:lpstr>Select the correct statements</vt:lpstr>
      <vt:lpstr>Slide 30</vt:lpstr>
      <vt:lpstr>Example: To convert list of elements in to a tuple</vt:lpstr>
      <vt:lpstr>Problem statement(7.3)</vt:lpstr>
      <vt:lpstr>Contd…</vt:lpstr>
      <vt:lpstr>Built-in Tuple functions</vt:lpstr>
      <vt:lpstr>Contd…</vt:lpstr>
      <vt:lpstr>Select the correct statement</vt:lpstr>
      <vt:lpstr>Slide 37</vt:lpstr>
      <vt:lpstr>Built-In Tuple Functions</vt:lpstr>
      <vt:lpstr>Contd…</vt:lpstr>
      <vt:lpstr>Select the correct statements:</vt:lpstr>
      <vt:lpstr>Slide 41</vt:lpstr>
      <vt:lpstr>Problem statement(8.3)</vt:lpstr>
      <vt:lpstr>Slide 43</vt:lpstr>
      <vt:lpstr>Problem statement (8.5)</vt:lpstr>
      <vt:lpstr>Slide 45</vt:lpstr>
      <vt:lpstr>Problem statement(8.7)</vt:lpstr>
      <vt:lpstr>Slide 47</vt:lpstr>
      <vt:lpstr>Introduction to Dictionaries</vt:lpstr>
      <vt:lpstr>Contd…</vt:lpstr>
      <vt:lpstr>Select the correct statement</vt:lpstr>
      <vt:lpstr>Slide 51</vt:lpstr>
      <vt:lpstr>Overview of Operations on Dictionary</vt:lpstr>
      <vt:lpstr>Problem statement(10.6)</vt:lpstr>
      <vt:lpstr>Slide 54</vt:lpstr>
      <vt:lpstr>Introduction to Sets</vt:lpstr>
      <vt:lpstr>Contd…</vt:lpstr>
      <vt:lpstr>Slide 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Unit-4  </dc:title>
  <dc:creator>ADMIN</dc:creator>
  <cp:lastModifiedBy>ADMIN</cp:lastModifiedBy>
  <cp:revision>20</cp:revision>
  <dcterms:created xsi:type="dcterms:W3CDTF">2023-10-29T15:10:12Z</dcterms:created>
  <dcterms:modified xsi:type="dcterms:W3CDTF">2023-10-30T07:19:47Z</dcterms:modified>
</cp:coreProperties>
</file>