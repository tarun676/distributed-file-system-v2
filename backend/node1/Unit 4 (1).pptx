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5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F9CA-7EDA-459E-85AE-7B6E559EBAF0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E07E-24AD-4F33-8C45-7E6EE27981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F9CA-7EDA-459E-85AE-7B6E559EBAF0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E07E-24AD-4F33-8C45-7E6EE27981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F9CA-7EDA-459E-85AE-7B6E559EBAF0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E07E-24AD-4F33-8C45-7E6EE27981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F9CA-7EDA-459E-85AE-7B6E559EBAF0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E07E-24AD-4F33-8C45-7E6EE27981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F9CA-7EDA-459E-85AE-7B6E559EBAF0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E07E-24AD-4F33-8C45-7E6EE27981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F9CA-7EDA-459E-85AE-7B6E559EBAF0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E07E-24AD-4F33-8C45-7E6EE27981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F9CA-7EDA-459E-85AE-7B6E559EBAF0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E07E-24AD-4F33-8C45-7E6EE27981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F9CA-7EDA-459E-85AE-7B6E559EBAF0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E07E-24AD-4F33-8C45-7E6EE27981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F9CA-7EDA-459E-85AE-7B6E559EBAF0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E07E-24AD-4F33-8C45-7E6EE27981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F9CA-7EDA-459E-85AE-7B6E559EBAF0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E07E-24AD-4F33-8C45-7E6EE27981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F9CA-7EDA-459E-85AE-7B6E559EBAF0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E07E-24AD-4F33-8C45-7E6EE27981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BF9CA-7EDA-459E-85AE-7B6E559EBAF0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0E07E-24AD-4F33-8C45-7E6EE279813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Strings in Python</a:t>
            </a:r>
            <a:endParaRPr lang="en-US" b="1" u="sng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828800"/>
            <a:ext cx="81534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smtClean="0"/>
              <a:t>Example(4.1)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a program that prompt user to input a string using the input() function and print the entered string</a:t>
            </a:r>
          </a:p>
          <a:p>
            <a:pPr>
              <a:buNone/>
            </a:pP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3505200"/>
            <a:ext cx="4496897" cy="116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>Fundamentals operations which can be performed on strings</a:t>
            </a:r>
            <a:endParaRPr lang="en-US" b="1" u="sng" dirty="0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438400" y="2209800"/>
            <a:ext cx="3886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Types of Indexing</a:t>
            </a:r>
            <a:endParaRPr lang="en-US" b="1" u="sng" dirty="0"/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133600"/>
            <a:ext cx="8229600" cy="2258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</a:t>
            </a:r>
            <a:endParaRPr lang="en-US" b="1" u="sng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76400"/>
            <a:ext cx="8153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r>
              <a:rPr lang="en-US" b="1" u="sng" dirty="0" smtClean="0"/>
              <a:t>Problem statement(:4.1)</a:t>
            </a:r>
            <a:endParaRPr lang="en-US" b="1" u="sng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2362200"/>
            <a:ext cx="8534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</a:t>
            </a:r>
            <a:endParaRPr lang="en-US" b="1" u="sng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133600"/>
            <a:ext cx="68580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Built-in String Methods</a:t>
            </a:r>
            <a:endParaRPr lang="en-US" b="1" u="sng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905000"/>
            <a:ext cx="8153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</a:t>
            </a:r>
            <a:endParaRPr lang="en-US" b="1" u="sng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524000"/>
            <a:ext cx="7620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76400"/>
            <a:ext cx="82296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00200"/>
            <a:ext cx="8000999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 b="1" u="sng" dirty="0" smtClean="0"/>
              <a:t>Select the correct option</a:t>
            </a:r>
            <a:endParaRPr lang="en-US" b="1" u="sng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447800"/>
            <a:ext cx="8381999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Option 1,5 is correct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447800"/>
            <a:ext cx="8077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76400"/>
            <a:ext cx="8153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Problem statement(2.2)</a:t>
            </a:r>
            <a:endParaRPr lang="en-US" b="1" u="sng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523999"/>
            <a:ext cx="7772400" cy="130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2895600"/>
            <a:ext cx="7451436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676400"/>
            <a:ext cx="8153399" cy="431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05000"/>
            <a:ext cx="8382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</a:t>
            </a:r>
            <a:endParaRPr lang="en-US" b="1" u="sng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905000"/>
            <a:ext cx="7848599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Select the correct option</a:t>
            </a:r>
            <a:endParaRPr lang="en-US" b="1" u="sng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76400"/>
            <a:ext cx="8077200" cy="3820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Options 2,3,4 are correct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2493" y="1752600"/>
            <a:ext cx="8340507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143000"/>
            <a:ext cx="8153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600200"/>
            <a:ext cx="83058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Problem statement(2.4)</a:t>
            </a:r>
            <a:endParaRPr lang="en-US" b="1" u="sng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19200"/>
            <a:ext cx="8153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828800"/>
            <a:ext cx="70104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Escape sequence is Strings</a:t>
            </a:r>
            <a:endParaRPr lang="en-US" b="1" u="sng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2286000"/>
            <a:ext cx="8000999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1" y="1829310"/>
            <a:ext cx="6067814" cy="4067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smtClean="0"/>
              <a:t>…</a:t>
            </a:r>
            <a:endParaRPr lang="en-US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524000"/>
            <a:ext cx="76962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Problem statement(5.4)</a:t>
            </a:r>
            <a:endParaRPr lang="en-US" b="1" u="sng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716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2819400"/>
            <a:ext cx="5334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00200"/>
            <a:ext cx="7467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 smtClean="0"/>
              <a:t>Note: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b="1" dirty="0" err="1" smtClean="0"/>
              <a:t>data.split</a:t>
            </a:r>
            <a:r>
              <a:rPr lang="en-US" b="1" dirty="0" smtClean="0"/>
              <a:t>(",") </a:t>
            </a:r>
            <a:r>
              <a:rPr lang="en-US" dirty="0" smtClean="0"/>
              <a:t>splits the string data into a list of substrings based on </a:t>
            </a:r>
            <a:r>
              <a:rPr lang="en-US" dirty="0" smtClean="0"/>
              <a:t>commas. The </a:t>
            </a:r>
            <a:r>
              <a:rPr lang="en-US" dirty="0" smtClean="0"/>
              <a:t>list comprehension </a:t>
            </a:r>
            <a:r>
              <a:rPr lang="en-US" b="1" dirty="0" smtClean="0"/>
              <a:t>[</a:t>
            </a:r>
            <a:r>
              <a:rPr lang="en-US" b="1" dirty="0" err="1" smtClean="0"/>
              <a:t>int</a:t>
            </a:r>
            <a:r>
              <a:rPr lang="en-US" b="1" dirty="0" smtClean="0"/>
              <a:t>(x) for x in </a:t>
            </a:r>
            <a:r>
              <a:rPr lang="en-US" b="1" dirty="0" err="1" smtClean="0"/>
              <a:t>data.split</a:t>
            </a:r>
            <a:r>
              <a:rPr lang="en-US" b="1" dirty="0" smtClean="0"/>
              <a:t>(",")] </a:t>
            </a:r>
            <a:r>
              <a:rPr lang="en-US" dirty="0" smtClean="0"/>
              <a:t>iterates over each substring (denoted as x) in the list </a:t>
            </a:r>
            <a:r>
              <a:rPr lang="en-US" dirty="0" smtClean="0"/>
              <a:t>created. For </a:t>
            </a:r>
            <a:r>
              <a:rPr lang="en-US" dirty="0" smtClean="0"/>
              <a:t>each x, it converts x to an integer using </a:t>
            </a:r>
            <a:r>
              <a:rPr lang="en-US" dirty="0" err="1" smtClean="0"/>
              <a:t>int</a:t>
            </a:r>
            <a:r>
              <a:rPr lang="en-US" dirty="0" smtClean="0"/>
              <a:t>(x) and collects these integers in a new list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s = [x**2 for x in data] </a:t>
            </a:r>
            <a:r>
              <a:rPr lang="en-US" dirty="0" smtClean="0"/>
              <a:t>is creating a new list s using a list comprehension. It takes each element x from the data list and calculates its square (x**2), then stores these squared values in the new list 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215</Words>
  <Application>Microsoft Office PowerPoint</Application>
  <PresentationFormat>On-screen Show (4:3)</PresentationFormat>
  <Paragraphs>34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Strings in Python</vt:lpstr>
      <vt:lpstr>Example(4.1)</vt:lpstr>
      <vt:lpstr>Fundamentals operations which can be performed on strings</vt:lpstr>
      <vt:lpstr>Types of Indexing</vt:lpstr>
      <vt:lpstr>Example</vt:lpstr>
      <vt:lpstr>Problem statement(:4.1)</vt:lpstr>
      <vt:lpstr>Example</vt:lpstr>
      <vt:lpstr>Built-in String Methods</vt:lpstr>
      <vt:lpstr>Example</vt:lpstr>
      <vt:lpstr>Contd…</vt:lpstr>
      <vt:lpstr>Contd…</vt:lpstr>
      <vt:lpstr>Select the correct option</vt:lpstr>
      <vt:lpstr>Slide 13</vt:lpstr>
      <vt:lpstr>Contd…</vt:lpstr>
      <vt:lpstr>Contd…</vt:lpstr>
      <vt:lpstr>Problem statement(2.2)</vt:lpstr>
      <vt:lpstr>Contd…</vt:lpstr>
      <vt:lpstr>Contd…</vt:lpstr>
      <vt:lpstr>Example</vt:lpstr>
      <vt:lpstr>Select the correct option</vt:lpstr>
      <vt:lpstr>Slide 21</vt:lpstr>
      <vt:lpstr>Contd…</vt:lpstr>
      <vt:lpstr>Contd…</vt:lpstr>
      <vt:lpstr>Contd…</vt:lpstr>
      <vt:lpstr>Problem statement(2.4)</vt:lpstr>
      <vt:lpstr>Slide 26</vt:lpstr>
      <vt:lpstr>Escape sequence is Strings</vt:lpstr>
      <vt:lpstr>Contd…</vt:lpstr>
      <vt:lpstr>Contd…</vt:lpstr>
      <vt:lpstr>Problem statement(5.4)</vt:lpstr>
      <vt:lpstr>Slide 31</vt:lpstr>
      <vt:lpstr>Note:</vt:lpstr>
      <vt:lpstr>Slide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Strings in Python</dc:title>
  <dc:creator>ADMIN</dc:creator>
  <cp:lastModifiedBy>ADMIN</cp:lastModifiedBy>
  <cp:revision>24</cp:revision>
  <dcterms:created xsi:type="dcterms:W3CDTF">2023-10-21T07:14:35Z</dcterms:created>
  <dcterms:modified xsi:type="dcterms:W3CDTF">2023-10-25T07:41:13Z</dcterms:modified>
</cp:coreProperties>
</file>