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slides/slide94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s/slide83.xml" ContentType="application/vnd.openxmlformats-officedocument.presentationml.slide+xml"/>
  <Override PartName="/ppt/slides/slide102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slides/slide90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s/slide99.xml" ContentType="application/vnd.openxmlformats-officedocument.presentationml.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77.xml" ContentType="application/vnd.openxmlformats-officedocument.presentationml.slide+xml"/>
  <Override PartName="/ppt/slides/slide88.xml" ContentType="application/vnd.openxmlformats-officedocument.presentationml.slide+xml"/>
  <Override PartName="/ppt/slides/slide107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s/slide66.xml" ContentType="application/vnd.openxmlformats-officedocument.presentationml.slide+xml"/>
  <Override PartName="/ppt/slides/slide75.xml" ContentType="application/vnd.openxmlformats-officedocument.presentationml.slide+xml"/>
  <Override PartName="/ppt/slides/slide86.xml" ContentType="application/vnd.openxmlformats-officedocument.presentationml.slide+xml"/>
  <Override PartName="/ppt/slides/slide95.xml" ContentType="application/vnd.openxmlformats-officedocument.presentationml.slide+xml"/>
  <Override PartName="/ppt/slides/slide103.xml" ContentType="application/vnd.openxmlformats-officedocument.presentationml.slide+xml"/>
  <Override PartName="/ppt/slides/slide10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slides/slide64.xml" ContentType="application/vnd.openxmlformats-officedocument.presentationml.slide+xml"/>
  <Override PartName="/ppt/slides/slide73.xml" ContentType="application/vnd.openxmlformats-officedocument.presentationml.slide+xml"/>
  <Override PartName="/ppt/slides/slide84.xml" ContentType="application/vnd.openxmlformats-officedocument.presentationml.slide+xml"/>
  <Override PartName="/ppt/slides/slide93.xml" ContentType="application/vnd.openxmlformats-officedocument.presentationml.slide+xml"/>
  <Override PartName="/ppt/slides/slide101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s/slide71.xml" ContentType="application/vnd.openxmlformats-officedocument.presentationml.slide+xml"/>
  <Override PartName="/ppt/slides/slide80.xml" ContentType="application/vnd.openxmlformats-officedocument.presentationml.slide+xml"/>
  <Override PartName="/ppt/slides/slide82.xml" ContentType="application/vnd.openxmlformats-officedocument.presentationml.slide+xml"/>
  <Override PartName="/ppt/slides/slide91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89.xml" ContentType="application/vnd.openxmlformats-officedocument.presentationml.slide+xml"/>
  <Override PartName="/ppt/slides/slide98.xml" ContentType="application/vnd.openxmlformats-officedocument.presentationml.slide+xml"/>
  <Override PartName="/ppt/slides/slide108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slides/slide87.xml" ContentType="application/vnd.openxmlformats-officedocument.presentationml.slide+xml"/>
  <Override PartName="/ppt/slides/slide96.xml" ContentType="application/vnd.openxmlformats-officedocument.presentationml.slide+xml"/>
  <Override PartName="/ppt/slides/slide106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s/slide85.xml" ContentType="application/vnd.openxmlformats-officedocument.presentationml.slide+xml"/>
  <Override PartName="/ppt/slides/slide104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s/slide92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s/slide81.xml" ContentType="application/vnd.openxmlformats-officedocument.presentationml.slide+xml"/>
  <Override PartName="/ppt/slides/slide100.xml" ContentType="application/vnd.openxmlformats-officedocument.presentationml.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slides/slide79.xml" ContentType="application/vnd.openxmlformats-officedocument.presentationml.slide+xml"/>
  <Override PartName="/ppt/slides/slide109.xml" ContentType="application/vnd.openxmlformats-officedocument.presentationml.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s/slide97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1"/>
  </p:notesMasterIdLst>
  <p:sldIdLst>
    <p:sldId id="262" r:id="rId2"/>
    <p:sldId id="257" r:id="rId3"/>
    <p:sldId id="256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2" r:id="rId27"/>
    <p:sldId id="281" r:id="rId28"/>
    <p:sldId id="285" r:id="rId29"/>
    <p:sldId id="283" r:id="rId30"/>
    <p:sldId id="284" r:id="rId31"/>
    <p:sldId id="286" r:id="rId32"/>
    <p:sldId id="287" r:id="rId33"/>
    <p:sldId id="288" r:id="rId34"/>
    <p:sldId id="289" r:id="rId35"/>
    <p:sldId id="305" r:id="rId36"/>
    <p:sldId id="306" r:id="rId37"/>
    <p:sldId id="307" r:id="rId38"/>
    <p:sldId id="308" r:id="rId39"/>
    <p:sldId id="290" r:id="rId40"/>
    <p:sldId id="291" r:id="rId41"/>
    <p:sldId id="292" r:id="rId42"/>
    <p:sldId id="299" r:id="rId43"/>
    <p:sldId id="293" r:id="rId44"/>
    <p:sldId id="300" r:id="rId45"/>
    <p:sldId id="301" r:id="rId46"/>
    <p:sldId id="302" r:id="rId47"/>
    <p:sldId id="303" r:id="rId48"/>
    <p:sldId id="304" r:id="rId49"/>
    <p:sldId id="294" r:id="rId50"/>
    <p:sldId id="295" r:id="rId51"/>
    <p:sldId id="296" r:id="rId52"/>
    <p:sldId id="297" r:id="rId53"/>
    <p:sldId id="298" r:id="rId54"/>
    <p:sldId id="309" r:id="rId55"/>
    <p:sldId id="310" r:id="rId56"/>
    <p:sldId id="311" r:id="rId57"/>
    <p:sldId id="312" r:id="rId58"/>
    <p:sldId id="313" r:id="rId59"/>
    <p:sldId id="333" r:id="rId60"/>
    <p:sldId id="314" r:id="rId61"/>
    <p:sldId id="315" r:id="rId62"/>
    <p:sldId id="318" r:id="rId63"/>
    <p:sldId id="319" r:id="rId64"/>
    <p:sldId id="317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8" r:id="rId73"/>
    <p:sldId id="327" r:id="rId74"/>
    <p:sldId id="331" r:id="rId75"/>
    <p:sldId id="330" r:id="rId76"/>
    <p:sldId id="332" r:id="rId77"/>
    <p:sldId id="334" r:id="rId78"/>
    <p:sldId id="335" r:id="rId79"/>
    <p:sldId id="336" r:id="rId80"/>
    <p:sldId id="337" r:id="rId81"/>
    <p:sldId id="338" r:id="rId82"/>
    <p:sldId id="339" r:id="rId83"/>
    <p:sldId id="340" r:id="rId84"/>
    <p:sldId id="341" r:id="rId85"/>
    <p:sldId id="342" r:id="rId86"/>
    <p:sldId id="343" r:id="rId87"/>
    <p:sldId id="344" r:id="rId88"/>
    <p:sldId id="345" r:id="rId89"/>
    <p:sldId id="346" r:id="rId90"/>
    <p:sldId id="347" r:id="rId91"/>
    <p:sldId id="348" r:id="rId92"/>
    <p:sldId id="349" r:id="rId93"/>
    <p:sldId id="350" r:id="rId94"/>
    <p:sldId id="351" r:id="rId95"/>
    <p:sldId id="352" r:id="rId96"/>
    <p:sldId id="360" r:id="rId97"/>
    <p:sldId id="354" r:id="rId98"/>
    <p:sldId id="355" r:id="rId99"/>
    <p:sldId id="356" r:id="rId100"/>
    <p:sldId id="357" r:id="rId101"/>
    <p:sldId id="361" r:id="rId102"/>
    <p:sldId id="353" r:id="rId103"/>
    <p:sldId id="358" r:id="rId104"/>
    <p:sldId id="359" r:id="rId105"/>
    <p:sldId id="362" r:id="rId106"/>
    <p:sldId id="363" r:id="rId107"/>
    <p:sldId id="364" r:id="rId108"/>
    <p:sldId id="365" r:id="rId109"/>
    <p:sldId id="366" r:id="rId1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000" autoAdjust="0"/>
    <p:restoredTop sz="94624" autoAdjust="0"/>
  </p:normalViewPr>
  <p:slideViewPr>
    <p:cSldViewPr>
      <p:cViewPr>
        <p:scale>
          <a:sx n="100" d="100"/>
          <a:sy n="100" d="100"/>
        </p:scale>
        <p:origin x="-540" y="-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3164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presProps" Target="presProps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slide" Target="slides/slide109.xml"/><Relationship Id="rId115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770008-5982-45B6-893C-5BB4942FAF58}" type="datetimeFigureOut">
              <a:rPr lang="en-US" smtClean="0"/>
              <a:pPr/>
              <a:t>9/14/2023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DE56CF-239C-409A-8DFE-30759B67A20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DE56CF-239C-409A-8DFE-30759B67A202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DE56CF-239C-409A-8DFE-30759B67A202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DE56CF-239C-409A-8DFE-30759B67A202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DE56CF-239C-409A-8DFE-30759B67A202}" type="slidenum">
              <a:rPr lang="en-US" smtClean="0"/>
              <a:pPr/>
              <a:t>68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DE56CF-239C-409A-8DFE-30759B67A202}" type="slidenum">
              <a:rPr lang="en-US" smtClean="0"/>
              <a:pPr/>
              <a:t>87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DE56CF-239C-409A-8DFE-30759B67A202}" type="slidenum">
              <a:rPr lang="en-US" smtClean="0"/>
              <a:pPr/>
              <a:t>90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5620" y="1122363"/>
            <a:ext cx="5322700" cy="238760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5620" y="3602039"/>
            <a:ext cx="7125380" cy="806675"/>
          </a:xfrm>
        </p:spPr>
        <p:txBody>
          <a:bodyPr>
            <a:noAutofit/>
          </a:bodyPr>
          <a:lstStyle>
            <a:lvl1pPr marL="0" indent="0" algn="l">
              <a:buNone/>
              <a:defRPr sz="32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9AC79249-FDC0-364D-A734-AE1DE1605D28}"/>
              </a:ext>
            </a:extLst>
          </p:cNvPr>
          <p:cNvSpPr/>
          <p:nvPr/>
        </p:nvSpPr>
        <p:spPr>
          <a:xfrm>
            <a:off x="0" y="4572000"/>
            <a:ext cx="9144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="" xmlns:a16="http://schemas.microsoft.com/office/drawing/2014/main" id="{902465C8-266D-104C-9C49-323DF4A8277E}"/>
              </a:ext>
            </a:extLst>
          </p:cNvPr>
          <p:cNvSpPr/>
          <p:nvPr/>
        </p:nvSpPr>
        <p:spPr>
          <a:xfrm>
            <a:off x="437809" y="4960030"/>
            <a:ext cx="1163411" cy="1551214"/>
          </a:xfrm>
          <a:prstGeom prst="ellipse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 10">
            <a:extLst>
              <a:ext uri="{FF2B5EF4-FFF2-40B4-BE49-F238E27FC236}">
                <a16:creationId xmlns="" xmlns:a16="http://schemas.microsoft.com/office/drawing/2014/main" id="{37979A1C-BF60-B345-A664-2E4F7A3461EB}"/>
              </a:ext>
            </a:extLst>
          </p:cNvPr>
          <p:cNvSpPr/>
          <p:nvPr/>
        </p:nvSpPr>
        <p:spPr>
          <a:xfrm>
            <a:off x="1" y="4571999"/>
            <a:ext cx="838881" cy="1118508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="" xmlns:a16="http://schemas.microsoft.com/office/drawing/2014/main" id="{58080B3E-915C-2D4C-8608-596E1BFD6387}"/>
              </a:ext>
            </a:extLst>
          </p:cNvPr>
          <p:cNvSpPr/>
          <p:nvPr/>
        </p:nvSpPr>
        <p:spPr>
          <a:xfrm>
            <a:off x="1" y="5739492"/>
            <a:ext cx="838881" cy="1118508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="" xmlns:a16="http://schemas.microsoft.com/office/drawing/2014/main" id="{F15FBB50-09C8-B64E-AE57-67C5E70810CB}"/>
              </a:ext>
            </a:extLst>
          </p:cNvPr>
          <p:cNvGrpSpPr/>
          <p:nvPr/>
        </p:nvGrpSpPr>
        <p:grpSpPr>
          <a:xfrm>
            <a:off x="6198321" y="-3419"/>
            <a:ext cx="2945680" cy="3165022"/>
            <a:chOff x="9857014" y="13834"/>
            <a:chExt cx="2334986" cy="1881641"/>
          </a:xfrm>
        </p:grpSpPr>
        <p:sp>
          <p:nvSpPr>
            <p:cNvPr id="15" name="Freeform 14">
              <a:extLst>
                <a:ext uri="{FF2B5EF4-FFF2-40B4-BE49-F238E27FC236}">
                  <a16:creationId xmlns=""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=""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2" name="Freeform 21">
            <a:extLst>
              <a:ext uri="{FF2B5EF4-FFF2-40B4-BE49-F238E27FC236}">
                <a16:creationId xmlns="" xmlns:a16="http://schemas.microsoft.com/office/drawing/2014/main" id="{BC68F289-2744-2F48-893A-3F17911625C8}"/>
              </a:ext>
            </a:extLst>
          </p:cNvPr>
          <p:cNvSpPr/>
          <p:nvPr/>
        </p:nvSpPr>
        <p:spPr>
          <a:xfrm>
            <a:off x="0" y="-1"/>
            <a:ext cx="875620" cy="1167493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="" xmlns:a16="http://schemas.microsoft.com/office/drawing/2014/main" id="{9E240E8A-950E-7946-826C-415CB5DACA43}"/>
              </a:ext>
            </a:extLst>
          </p:cNvPr>
          <p:cNvSpPr/>
          <p:nvPr/>
        </p:nvSpPr>
        <p:spPr>
          <a:xfrm>
            <a:off x="8268381" y="4580708"/>
            <a:ext cx="875620" cy="2277292"/>
          </a:xfrm>
          <a:custGeom>
            <a:avLst/>
            <a:gdLst>
              <a:gd name="connsiteX0" fmla="*/ 1167473 w 1167493"/>
              <a:gd name="connsiteY0" fmla="*/ 0 h 2272167"/>
              <a:gd name="connsiteX1" fmla="*/ 1167493 w 1167493"/>
              <a:gd name="connsiteY1" fmla="*/ 0 h 2272167"/>
              <a:gd name="connsiteX2" fmla="*/ 1167493 w 1167493"/>
              <a:gd name="connsiteY2" fmla="*/ 492960 h 2272167"/>
              <a:gd name="connsiteX3" fmla="*/ 1167493 w 1167493"/>
              <a:gd name="connsiteY3" fmla="*/ 720385 h 2272167"/>
              <a:gd name="connsiteX4" fmla="*/ 1167493 w 1167493"/>
              <a:gd name="connsiteY4" fmla="*/ 2272167 h 2272167"/>
              <a:gd name="connsiteX5" fmla="*/ 0 w 1167493"/>
              <a:gd name="connsiteY5" fmla="*/ 2272167 h 2272167"/>
              <a:gd name="connsiteX6" fmla="*/ 0 w 1167493"/>
              <a:gd name="connsiteY6" fmla="*/ 1898074 h 2272167"/>
              <a:gd name="connsiteX7" fmla="*/ 0 w 1167493"/>
              <a:gd name="connsiteY7" fmla="*/ 1271597 h 2272167"/>
              <a:gd name="connsiteX8" fmla="*/ 0 w 1167493"/>
              <a:gd name="connsiteY8" fmla="*/ 1177688 h 2272167"/>
              <a:gd name="connsiteX9" fmla="*/ 1048124 w 1167493"/>
              <a:gd name="connsiteY9" fmla="*/ 6080 h 2272167"/>
              <a:gd name="connsiteX10" fmla="*/ 1167473 w 1167493"/>
              <a:gd name="connsiteY10" fmla="*/ 0 h 22721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67493" h="2272167">
                <a:moveTo>
                  <a:pt x="1167473" y="0"/>
                </a:moveTo>
                <a:lnTo>
                  <a:pt x="1167493" y="0"/>
                </a:lnTo>
                <a:lnTo>
                  <a:pt x="1167493" y="492960"/>
                </a:lnTo>
                <a:lnTo>
                  <a:pt x="1167493" y="720385"/>
                </a:lnTo>
                <a:lnTo>
                  <a:pt x="1167493" y="2272167"/>
                </a:lnTo>
                <a:lnTo>
                  <a:pt x="0" y="2272167"/>
                </a:lnTo>
                <a:lnTo>
                  <a:pt x="0" y="1898074"/>
                </a:lnTo>
                <a:lnTo>
                  <a:pt x="0" y="1271597"/>
                </a:lnTo>
                <a:lnTo>
                  <a:pt x="0" y="1177688"/>
                </a:lnTo>
                <a:cubicBezTo>
                  <a:pt x="0" y="567919"/>
                  <a:pt x="459408" y="66389"/>
                  <a:pt x="1048124" y="6080"/>
                </a:cubicBezTo>
                <a:lnTo>
                  <a:pt x="1167473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9164985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5620" y="381000"/>
            <a:ext cx="7334387" cy="1325563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620" y="2017467"/>
            <a:ext cx="7334387" cy="336681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="" xmlns:a16="http://schemas.microsoft.com/office/drawing/2014/main" id="{6A7F6A3F-E1DD-A246-9A6D-5F9B18BA2588}"/>
              </a:ext>
            </a:extLst>
          </p:cNvPr>
          <p:cNvSpPr/>
          <p:nvPr/>
        </p:nvSpPr>
        <p:spPr>
          <a:xfrm flipH="1">
            <a:off x="6435672" y="1"/>
            <a:ext cx="2708328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4">
            <a:extLst>
              <a:ext uri="{FF2B5EF4-FFF2-40B4-BE49-F238E27FC236}">
                <a16:creationId xmlns="" xmlns:a16="http://schemas.microsoft.com/office/drawing/2014/main" id="{055FD0FC-C8FF-6741-A364-A29CDC6F9495}"/>
              </a:ext>
            </a:extLst>
          </p:cNvPr>
          <p:cNvSpPr/>
          <p:nvPr/>
        </p:nvSpPr>
        <p:spPr>
          <a:xfrm flipH="1">
            <a:off x="6435672" y="3246896"/>
            <a:ext cx="2708328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="" xmlns:a16="http://schemas.microsoft.com/office/drawing/2014/main" id="{D11C9832-A021-954E-A34F-2988D1189AE9}"/>
              </a:ext>
            </a:extLst>
          </p:cNvPr>
          <p:cNvSpPr/>
          <p:nvPr/>
        </p:nvSpPr>
        <p:spPr>
          <a:xfrm>
            <a:off x="1" y="0"/>
            <a:ext cx="700392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9861BC34-DFBF-2D4F-B463-FCFBC08391FF}"/>
              </a:ext>
            </a:extLst>
          </p:cNvPr>
          <p:cNvGrpSpPr/>
          <p:nvPr/>
        </p:nvGrpSpPr>
        <p:grpSpPr>
          <a:xfrm>
            <a:off x="6061569" y="5590904"/>
            <a:ext cx="1179285" cy="1267097"/>
            <a:chOff x="7413403" y="4976359"/>
            <a:chExt cx="2334986" cy="1881641"/>
          </a:xfrm>
        </p:grpSpPr>
        <p:sp>
          <p:nvSpPr>
            <p:cNvPr id="7" name="Freeform 6">
              <a:extLst>
                <a:ext uri="{FF2B5EF4-FFF2-40B4-BE49-F238E27FC236}">
                  <a16:creationId xmlns=""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=""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</p:grpSp>
      <p:sp>
        <p:nvSpPr>
          <p:cNvPr id="10" name="Date Placeholder 3">
            <a:extLst>
              <a:ext uri="{FF2B5EF4-FFF2-40B4-BE49-F238E27FC236}">
                <a16:creationId xmlns=""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857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C0EB4A3E-32AE-4F17-9683-C4D20059ED1C}" type="datetimeFigureOut">
              <a:rPr lang="en-US" smtClean="0"/>
              <a:pPr/>
              <a:t>9/14/2023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=""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=""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14958" y="6356351"/>
            <a:ext cx="12432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0A2FECD6-A0A0-4ED9-9B83-73F490E1A4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82271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2A62587F-7496-384A-AF40-18FC8CF0709D}"/>
              </a:ext>
            </a:extLst>
          </p:cNvPr>
          <p:cNvSpPr/>
          <p:nvPr/>
        </p:nvSpPr>
        <p:spPr>
          <a:xfrm>
            <a:off x="0" y="2286002"/>
            <a:ext cx="9156617" cy="4572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="" xmlns:a16="http://schemas.microsoft.com/office/drawing/2014/main" id="{84DB028B-A475-224B-B675-A15A56CAD0BF}"/>
              </a:ext>
            </a:extLst>
          </p:cNvPr>
          <p:cNvSpPr/>
          <p:nvPr/>
        </p:nvSpPr>
        <p:spPr>
          <a:xfrm flipH="1">
            <a:off x="6448289" y="3246896"/>
            <a:ext cx="2708328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="" xmlns:a16="http://schemas.microsoft.com/office/drawing/2014/main" id="{61C34955-105B-4D4D-B51D-754C5D38A85D}"/>
              </a:ext>
            </a:extLst>
          </p:cNvPr>
          <p:cNvSpPr/>
          <p:nvPr/>
        </p:nvSpPr>
        <p:spPr>
          <a:xfrm>
            <a:off x="1" y="0"/>
            <a:ext cx="700392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Freeform 14">
            <a:extLst>
              <a:ext uri="{FF2B5EF4-FFF2-40B4-BE49-F238E27FC236}">
                <a16:creationId xmlns="" xmlns:a16="http://schemas.microsoft.com/office/drawing/2014/main" id="{2734DEB1-EC02-2E42-9292-4ADD115060A5}"/>
              </a:ext>
            </a:extLst>
          </p:cNvPr>
          <p:cNvSpPr/>
          <p:nvPr/>
        </p:nvSpPr>
        <p:spPr>
          <a:xfrm rot="5400000" flipH="1" flipV="1">
            <a:off x="7472326" y="614324"/>
            <a:ext cx="2285999" cy="1057351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="" xmlns:a16="http://schemas.microsoft.com/office/drawing/2014/main" id="{5E932F0D-7FC3-634B-932C-3625C16C8D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5620" y="381000"/>
            <a:ext cx="7334387" cy="1325563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E65DE34-CDB7-41F7-A95A-592B99558C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75620" y="2653168"/>
            <a:ext cx="7334387" cy="3436483"/>
          </a:xfrm>
        </p:spPr>
        <p:txBody>
          <a:bodyPr>
            <a:noAutofit/>
          </a:bodyPr>
          <a:lstStyle>
            <a:lvl1pPr marL="0" indent="0">
              <a:lnSpc>
                <a:spcPct val="150000"/>
              </a:lnSpc>
              <a:buNone/>
              <a:defRPr sz="2400"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E95D4F5-F69B-42F6-8A9D-330F696E1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fld id="{C0EB4A3E-32AE-4F17-9683-C4D20059ED1C}" type="datetimeFigureOut">
              <a:rPr lang="en-US" smtClean="0"/>
              <a:pPr/>
              <a:t>9/14/2023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FA79A23A-2238-4904-8692-9F2DAE8B8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B69FC35-DDC8-45FB-8ACB-21C15F57C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654738" y="6356351"/>
            <a:ext cx="120351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0A2FECD6-A0A0-4ED9-9B83-73F490E1A4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802635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ectio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 22">
            <a:extLst>
              <a:ext uri="{FF2B5EF4-FFF2-40B4-BE49-F238E27FC236}">
                <a16:creationId xmlns="" xmlns:a16="http://schemas.microsoft.com/office/drawing/2014/main" id="{067EACEC-C2DD-EA42-8504-176673AD1F20}"/>
              </a:ext>
            </a:extLst>
          </p:cNvPr>
          <p:cNvSpPr/>
          <p:nvPr/>
        </p:nvSpPr>
        <p:spPr>
          <a:xfrm>
            <a:off x="0" y="0"/>
            <a:ext cx="6019118" cy="6858000"/>
          </a:xfrm>
          <a:custGeom>
            <a:avLst/>
            <a:gdLst>
              <a:gd name="connsiteX0" fmla="*/ 0 w 8025490"/>
              <a:gd name="connsiteY0" fmla="*/ 0 h 6858000"/>
              <a:gd name="connsiteX1" fmla="*/ 4596490 w 8025490"/>
              <a:gd name="connsiteY1" fmla="*/ 0 h 6858000"/>
              <a:gd name="connsiteX2" fmla="*/ 8025490 w 8025490"/>
              <a:gd name="connsiteY2" fmla="*/ 3429000 h 6858000"/>
              <a:gd name="connsiteX3" fmla="*/ 4596490 w 8025490"/>
              <a:gd name="connsiteY3" fmla="*/ 6858000 h 6858000"/>
              <a:gd name="connsiteX4" fmla="*/ 0 w 8025490"/>
              <a:gd name="connsiteY4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25490" h="6858000">
                <a:moveTo>
                  <a:pt x="0" y="0"/>
                </a:moveTo>
                <a:lnTo>
                  <a:pt x="4596490" y="0"/>
                </a:lnTo>
                <a:cubicBezTo>
                  <a:pt x="6490274" y="0"/>
                  <a:pt x="8025490" y="1535216"/>
                  <a:pt x="8025490" y="3429000"/>
                </a:cubicBezTo>
                <a:cubicBezTo>
                  <a:pt x="8025490" y="5322784"/>
                  <a:pt x="6490274" y="6858000"/>
                  <a:pt x="4596490" y="6858000"/>
                </a:cubicBez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5620" y="1059400"/>
            <a:ext cx="4684434" cy="2387600"/>
          </a:xfrm>
        </p:spPr>
        <p:txBody>
          <a:bodyPr anchor="b">
            <a:noAutofit/>
          </a:bodyPr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5620" y="3539076"/>
            <a:ext cx="4684434" cy="1406101"/>
          </a:xfrm>
        </p:spPr>
        <p:txBody>
          <a:bodyPr>
            <a:noAutofit/>
          </a:bodyPr>
          <a:lstStyle>
            <a:lvl1pPr marL="0" indent="0" algn="l">
              <a:buNone/>
              <a:defRPr sz="3200">
                <a:solidFill>
                  <a:schemeClr val="bg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grpSp>
        <p:nvGrpSpPr>
          <p:cNvPr id="4" name="Group 5">
            <a:extLst>
              <a:ext uri="{FF2B5EF4-FFF2-40B4-BE49-F238E27FC236}">
                <a16:creationId xmlns="" xmlns:a16="http://schemas.microsoft.com/office/drawing/2014/main" id="{89843C7E-5704-7A46-8974-F3BFA42E7310}"/>
              </a:ext>
            </a:extLst>
          </p:cNvPr>
          <p:cNvGrpSpPr/>
          <p:nvPr/>
        </p:nvGrpSpPr>
        <p:grpSpPr>
          <a:xfrm rot="16200000">
            <a:off x="5835853" y="2512646"/>
            <a:ext cx="3032351" cy="1832708"/>
            <a:chOff x="9857014" y="13834"/>
            <a:chExt cx="2334986" cy="1881641"/>
          </a:xfrm>
        </p:grpSpPr>
        <p:sp>
          <p:nvSpPr>
            <p:cNvPr id="15" name="Freeform 14">
              <a:extLst>
                <a:ext uri="{FF2B5EF4-FFF2-40B4-BE49-F238E27FC236}">
                  <a16:creationId xmlns=""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=""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7" name="Freeform 16">
            <a:extLst>
              <a:ext uri="{FF2B5EF4-FFF2-40B4-BE49-F238E27FC236}">
                <a16:creationId xmlns="" xmlns:a16="http://schemas.microsoft.com/office/drawing/2014/main" id="{0B179973-08D2-EF40-B516-35E75E906394}"/>
              </a:ext>
            </a:extLst>
          </p:cNvPr>
          <p:cNvSpPr/>
          <p:nvPr/>
        </p:nvSpPr>
        <p:spPr>
          <a:xfrm flipH="1">
            <a:off x="6435672" y="1"/>
            <a:ext cx="2708328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Freeform 17">
            <a:extLst>
              <a:ext uri="{FF2B5EF4-FFF2-40B4-BE49-F238E27FC236}">
                <a16:creationId xmlns="" xmlns:a16="http://schemas.microsoft.com/office/drawing/2014/main" id="{6C811FF3-E48A-194D-8022-65F8C3A17449}"/>
              </a:ext>
            </a:extLst>
          </p:cNvPr>
          <p:cNvSpPr/>
          <p:nvPr/>
        </p:nvSpPr>
        <p:spPr>
          <a:xfrm flipH="1">
            <a:off x="6435672" y="3246896"/>
            <a:ext cx="2708328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986529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5620" y="381000"/>
            <a:ext cx="7334387" cy="1325563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620" y="2087562"/>
            <a:ext cx="7334387" cy="3366815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="" xmlns:a16="http://schemas.microsoft.com/office/drawing/2014/main" id="{6A7F6A3F-E1DD-A246-9A6D-5F9B18BA2588}"/>
              </a:ext>
            </a:extLst>
          </p:cNvPr>
          <p:cNvSpPr/>
          <p:nvPr/>
        </p:nvSpPr>
        <p:spPr>
          <a:xfrm flipH="1">
            <a:off x="6435672" y="1"/>
            <a:ext cx="2708328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4">
            <a:extLst>
              <a:ext uri="{FF2B5EF4-FFF2-40B4-BE49-F238E27FC236}">
                <a16:creationId xmlns="" xmlns:a16="http://schemas.microsoft.com/office/drawing/2014/main" id="{055FD0FC-C8FF-6741-A364-A29CDC6F9495}"/>
              </a:ext>
            </a:extLst>
          </p:cNvPr>
          <p:cNvSpPr/>
          <p:nvPr/>
        </p:nvSpPr>
        <p:spPr>
          <a:xfrm rot="5400000" flipH="1">
            <a:off x="-451387" y="3698284"/>
            <a:ext cx="3611104" cy="2708328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=""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85750" y="6356351"/>
            <a:ext cx="127576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C0EB4A3E-32AE-4F17-9683-C4D20059ED1C}" type="datetimeFigureOut">
              <a:rPr lang="en-US" smtClean="0"/>
              <a:pPr/>
              <a:t>9/14/2023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=""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=""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14958" y="6356351"/>
            <a:ext cx="12432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0A2FECD6-A0A0-4ED9-9B83-73F490E1A4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97818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hart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8">
            <a:extLst>
              <a:ext uri="{FF2B5EF4-FFF2-40B4-BE49-F238E27FC236}">
                <a16:creationId xmlns="" xmlns:a16="http://schemas.microsoft.com/office/drawing/2014/main" id="{ABA2A58C-57B7-834C-8F5C-3299322411B1}"/>
              </a:ext>
            </a:extLst>
          </p:cNvPr>
          <p:cNvGrpSpPr/>
          <p:nvPr/>
        </p:nvGrpSpPr>
        <p:grpSpPr>
          <a:xfrm rot="16200000">
            <a:off x="7882649" y="311029"/>
            <a:ext cx="1572380" cy="950323"/>
            <a:chOff x="7413403" y="4976359"/>
            <a:chExt cx="2334986" cy="1881641"/>
          </a:xfrm>
        </p:grpSpPr>
        <p:sp>
          <p:nvSpPr>
            <p:cNvPr id="13" name="Freeform 12">
              <a:extLst>
                <a:ext uri="{FF2B5EF4-FFF2-40B4-BE49-F238E27FC236}">
                  <a16:creationId xmlns="" xmlns:a16="http://schemas.microsoft.com/office/drawing/2014/main" id="{801D8067-144A-FE48-AF1E-529B662DCAD3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="" xmlns:a16="http://schemas.microsoft.com/office/drawing/2014/main" id="{2ECA7D87-C78C-C140-AA28-C0FB20209045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5620" y="381000"/>
            <a:ext cx="7334387" cy="1325563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620" y="2087564"/>
            <a:ext cx="7334387" cy="3366813"/>
          </a:xfrm>
        </p:spPr>
        <p:txBody>
          <a:bodyPr>
            <a:noAutofit/>
          </a:bodyPr>
          <a:lstStyle>
            <a:lvl1pPr marL="0" indent="0">
              <a:buNone/>
              <a:defRPr>
                <a:latin typeface="+mn-lt"/>
              </a:defRPr>
            </a:lvl1pPr>
            <a:lvl2pPr marL="457200" indent="0">
              <a:buNone/>
              <a:defRPr>
                <a:latin typeface="+mn-lt"/>
              </a:defRPr>
            </a:lvl2pPr>
            <a:lvl3pPr marL="914400" indent="0">
              <a:buNone/>
              <a:defRPr>
                <a:latin typeface="+mn-lt"/>
              </a:defRPr>
            </a:lvl3pPr>
            <a:lvl4pPr marL="1371600" indent="0">
              <a:buNone/>
              <a:defRPr>
                <a:latin typeface="+mn-lt"/>
              </a:defRPr>
            </a:lvl4pPr>
            <a:lvl5pPr marL="1828800" indent="0">
              <a:buNone/>
              <a:defRPr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=""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85750" y="6356351"/>
            <a:ext cx="127576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C0EB4A3E-32AE-4F17-9683-C4D20059ED1C}" type="datetimeFigureOut">
              <a:rPr lang="en-US" smtClean="0"/>
              <a:pPr/>
              <a:t>9/14/2023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=""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=""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14958" y="6356351"/>
            <a:ext cx="12432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0A2FECD6-A0A0-4ED9-9B83-73F490E1A4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90945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0B5ED18-7A07-47F1-8056-CD86B076A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9041" y="1684338"/>
            <a:ext cx="6445919" cy="2810460"/>
          </a:xfrm>
        </p:spPr>
        <p:txBody>
          <a:bodyPr>
            <a:noAutofit/>
          </a:bodyPr>
          <a:lstStyle>
            <a:lvl1pPr algn="ctr">
              <a:lnSpc>
                <a:spcPct val="100000"/>
              </a:lnSpc>
              <a:defRPr sz="46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="" xmlns:a16="http://schemas.microsoft.com/office/drawing/2014/main" id="{4C91C146-F9A8-9A4C-9508-8590923B8D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5750" y="519405"/>
            <a:ext cx="1023223" cy="1094521"/>
          </a:xfrm>
        </p:spPr>
        <p:txBody>
          <a:bodyPr>
            <a:noAutofit/>
          </a:bodyPr>
          <a:lstStyle>
            <a:lvl1pPr marL="0" indent="0" algn="ctr">
              <a:buNone/>
              <a:defRPr sz="23900" b="1">
                <a:solidFill>
                  <a:schemeClr val="accent1">
                    <a:lumMod val="75000"/>
                  </a:schemeClr>
                </a:solidFill>
                <a:latin typeface="Tenorite" pitchFamily="2" charset="0"/>
              </a:defRPr>
            </a:lvl1pPr>
            <a:lvl2pPr marL="4572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="" xmlns:a16="http://schemas.microsoft.com/office/drawing/2014/main" id="{322D6C2B-78AC-DD47-9289-067C968B06C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61360" y="4494213"/>
            <a:ext cx="2633663" cy="679450"/>
          </a:xfrm>
        </p:spPr>
        <p:txBody>
          <a:bodyPr>
            <a:noAutofit/>
          </a:bodyPr>
          <a:lstStyle>
            <a:lvl1pPr marL="0" indent="0" algn="r"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457200" indent="0" algn="r">
              <a:buNone/>
              <a:defRPr sz="1800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 algn="r">
              <a:buNone/>
              <a:defRPr sz="1600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 algn="r">
              <a:buNone/>
              <a:defRPr sz="1400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 algn="r">
              <a:buNone/>
              <a:defRPr sz="1400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="" xmlns:a16="http://schemas.microsoft.com/office/drawing/2014/main" id="{612193CD-03AD-D74D-A5CD-747A9B53F49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956828" y="3399693"/>
            <a:ext cx="1023223" cy="1094521"/>
          </a:xfrm>
        </p:spPr>
        <p:txBody>
          <a:bodyPr>
            <a:noAutofit/>
          </a:bodyPr>
          <a:lstStyle>
            <a:lvl1pPr marL="0" indent="0" algn="ctr">
              <a:buNone/>
              <a:defRPr sz="23900" b="1">
                <a:solidFill>
                  <a:schemeClr val="accent1">
                    <a:lumMod val="75000"/>
                  </a:schemeClr>
                </a:solidFill>
                <a:latin typeface="Tenorite" pitchFamily="2" charset="0"/>
              </a:defRPr>
            </a:lvl1pPr>
            <a:lvl2pPr marL="4572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2pPr>
            <a:lvl3pPr marL="9144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3pPr>
            <a:lvl4pPr marL="13716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4pPr>
            <a:lvl5pPr marL="1828800" indent="0">
              <a:buNone/>
              <a:defRPr b="1">
                <a:solidFill>
                  <a:schemeClr val="bg1"/>
                </a:solidFill>
                <a:latin typeface="Tenorite" pitchFamily="2" charset="0"/>
              </a:defRPr>
            </a:lvl5pPr>
          </a:lstStyle>
          <a:p>
            <a:pPr lvl="0"/>
            <a:r>
              <a:rPr lang="en-US" dirty="0"/>
              <a:t>”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fld id="{C0EB4A3E-32AE-4F17-9683-C4D20059ED1C}" type="datetimeFigureOut">
              <a:rPr lang="en-US" smtClean="0"/>
              <a:pPr/>
              <a:t>9/14/2023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2"/>
                </a:solidFill>
                <a:latin typeface="+mn-lt"/>
              </a:defRPr>
            </a:lvl1pPr>
          </a:lstStyle>
          <a:p>
            <a:fld id="{0A2FECD6-A0A0-4ED9-9B83-73F490E1A4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476947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>
            <a:extLst>
              <a:ext uri="{FF2B5EF4-FFF2-40B4-BE49-F238E27FC236}">
                <a16:creationId xmlns="" xmlns:a16="http://schemas.microsoft.com/office/drawing/2014/main" id="{28C225EC-F6EF-1144-834A-F0B91974AA41}"/>
              </a:ext>
            </a:extLst>
          </p:cNvPr>
          <p:cNvSpPr/>
          <p:nvPr/>
        </p:nvSpPr>
        <p:spPr>
          <a:xfrm>
            <a:off x="0" y="-1664"/>
            <a:ext cx="7392759" cy="685966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itle 1">
            <a:extLst>
              <a:ext uri="{FF2B5EF4-FFF2-40B4-BE49-F238E27FC236}">
                <a16:creationId xmlns="" xmlns:a16="http://schemas.microsoft.com/office/drawing/2014/main" id="{1E40CEAF-B1BB-174E-A798-3BA60D9C0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822" y="381000"/>
            <a:ext cx="6301218" cy="1325563"/>
          </a:xfrm>
        </p:spPr>
        <p:txBody>
          <a:bodyPr lIns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Picture Placeholder 23">
            <a:extLst>
              <a:ext uri="{FF2B5EF4-FFF2-40B4-BE49-F238E27FC236}">
                <a16:creationId xmlns=""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2822" y="2227758"/>
            <a:ext cx="900281" cy="1201242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0" name="Text Placeholder 28">
            <a:extLst>
              <a:ext uri="{FF2B5EF4-FFF2-40B4-BE49-F238E27FC236}">
                <a16:creationId xmlns="" xmlns:a16="http://schemas.microsoft.com/office/drawing/2014/main" id="{CC3A7E03-4F06-4380-90A1-845651EEA3C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92514" y="2426400"/>
            <a:ext cx="1710928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1" name="Text Placeholder 28">
            <a:extLst>
              <a:ext uri="{FF2B5EF4-FFF2-40B4-BE49-F238E27FC236}">
                <a16:creationId xmlns="" xmlns:a16="http://schemas.microsoft.com/office/drawing/2014/main" id="{31AF5791-727B-438A-A7EF-5D132167C89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92513" y="2811646"/>
            <a:ext cx="1710928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7" name="Picture Placeholder 23">
            <a:extLst>
              <a:ext uri="{FF2B5EF4-FFF2-40B4-BE49-F238E27FC236}">
                <a16:creationId xmlns="" xmlns:a16="http://schemas.microsoft.com/office/drawing/2014/main" id="{9ABA5222-6FD6-405B-8AC8-18022C36590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21860" y="2227758"/>
            <a:ext cx="900281" cy="1201242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2" name="Text Placeholder 28">
            <a:extLst>
              <a:ext uri="{FF2B5EF4-FFF2-40B4-BE49-F238E27FC236}">
                <a16:creationId xmlns="" xmlns:a16="http://schemas.microsoft.com/office/drawing/2014/main" id="{A1A33FCF-D2EB-478E-8679-428657895F7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153113" y="2422565"/>
            <a:ext cx="1710928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3" name="Text Placeholder 28">
            <a:extLst>
              <a:ext uri="{FF2B5EF4-FFF2-40B4-BE49-F238E27FC236}">
                <a16:creationId xmlns="" xmlns:a16="http://schemas.microsoft.com/office/drawing/2014/main" id="{55274EF8-F641-41B2-89C1-FD94AFA4868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153112" y="2807811"/>
            <a:ext cx="1710928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8" name="Picture Placeholder 23">
            <a:extLst>
              <a:ext uri="{FF2B5EF4-FFF2-40B4-BE49-F238E27FC236}">
                <a16:creationId xmlns="" xmlns:a16="http://schemas.microsoft.com/office/drawing/2014/main" id="{124DE785-775F-4AE4-94B3-FA728188EBA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62822" y="4254273"/>
            <a:ext cx="900281" cy="1201242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4" name="Text Placeholder 28">
            <a:extLst>
              <a:ext uri="{FF2B5EF4-FFF2-40B4-BE49-F238E27FC236}">
                <a16:creationId xmlns="" xmlns:a16="http://schemas.microsoft.com/office/drawing/2014/main" id="{5A429D4E-B795-4E55-852E-9E161F9EBD3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92514" y="4498793"/>
            <a:ext cx="1710928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5" name="Text Placeholder 28">
            <a:extLst>
              <a:ext uri="{FF2B5EF4-FFF2-40B4-BE49-F238E27FC236}">
                <a16:creationId xmlns="" xmlns:a16="http://schemas.microsoft.com/office/drawing/2014/main" id="{41D297CB-52EE-4DE4-AEAC-CD4AAF2BF17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592513" y="4884039"/>
            <a:ext cx="1710928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9" name="Picture Placeholder 23">
            <a:extLst>
              <a:ext uri="{FF2B5EF4-FFF2-40B4-BE49-F238E27FC236}">
                <a16:creationId xmlns="" xmlns:a16="http://schemas.microsoft.com/office/drawing/2014/main" id="{F5694B35-7776-4DB9-9EB7-3AF076EC357D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121860" y="4254273"/>
            <a:ext cx="900281" cy="1201242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16" name="Text Placeholder 28">
            <a:extLst>
              <a:ext uri="{FF2B5EF4-FFF2-40B4-BE49-F238E27FC236}">
                <a16:creationId xmlns="" xmlns:a16="http://schemas.microsoft.com/office/drawing/2014/main" id="{AD7B736B-3A10-499F-8F23-4437982C823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153113" y="4498793"/>
            <a:ext cx="1710928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="" xmlns:a16="http://schemas.microsoft.com/office/drawing/2014/main" id="{07165540-290D-4A38-87DE-F52B05BD6A1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153112" y="4884039"/>
            <a:ext cx="1710928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A0C71211-4520-46A1-9487-4AE49C3239E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85751" y="6356351"/>
            <a:ext cx="1177352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C0EB4A3E-32AE-4F17-9683-C4D20059ED1C}" type="datetimeFigureOut">
              <a:rPr lang="en-US" smtClean="0"/>
              <a:pPr/>
              <a:t>9/14/2023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96356206-85FD-45F5-A1F7-128DB34C8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153330" y="6356351"/>
            <a:ext cx="3086100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0203763F-C8CD-4BCB-9A0A-B10F000BC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249251" y="6356351"/>
            <a:ext cx="875621" cy="365125"/>
          </a:xfrm>
        </p:spPr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0A2FECD6-A0A0-4ED9-9B83-73F490E1A4B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Freeform 18">
            <a:extLst>
              <a:ext uri="{FF2B5EF4-FFF2-40B4-BE49-F238E27FC236}">
                <a16:creationId xmlns="" xmlns:a16="http://schemas.microsoft.com/office/drawing/2014/main" id="{AAB3BC7E-B34F-EF47-B125-1574C5484E22}"/>
              </a:ext>
            </a:extLst>
          </p:cNvPr>
          <p:cNvSpPr/>
          <p:nvPr/>
        </p:nvSpPr>
        <p:spPr>
          <a:xfrm rot="16200000" flipV="1">
            <a:off x="6889750" y="501347"/>
            <a:ext cx="1881641" cy="875620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Freeform 20">
            <a:extLst>
              <a:ext uri="{FF2B5EF4-FFF2-40B4-BE49-F238E27FC236}">
                <a16:creationId xmlns="" xmlns:a16="http://schemas.microsoft.com/office/drawing/2014/main" id="{7CBC82D0-4F72-C649-8B7F-D4B087957B6C}"/>
              </a:ext>
            </a:extLst>
          </p:cNvPr>
          <p:cNvSpPr/>
          <p:nvPr/>
        </p:nvSpPr>
        <p:spPr>
          <a:xfrm flipH="1">
            <a:off x="8149828" y="1879978"/>
            <a:ext cx="994172" cy="1325563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 24">
            <a:extLst>
              <a:ext uri="{FF2B5EF4-FFF2-40B4-BE49-F238E27FC236}">
                <a16:creationId xmlns="" xmlns:a16="http://schemas.microsoft.com/office/drawing/2014/main" id="{9383F23A-D872-2A4C-B386-A9D269BE694D}"/>
              </a:ext>
            </a:extLst>
          </p:cNvPr>
          <p:cNvSpPr/>
          <p:nvPr/>
        </p:nvSpPr>
        <p:spPr>
          <a:xfrm>
            <a:off x="8268380" y="-1664"/>
            <a:ext cx="875621" cy="1881641"/>
          </a:xfrm>
          <a:custGeom>
            <a:avLst/>
            <a:gdLst>
              <a:gd name="connsiteX0" fmla="*/ 1167473 w 1167494"/>
              <a:gd name="connsiteY0" fmla="*/ 0 h 1881641"/>
              <a:gd name="connsiteX1" fmla="*/ 1167493 w 1167494"/>
              <a:gd name="connsiteY1" fmla="*/ 0 h 1881641"/>
              <a:gd name="connsiteX2" fmla="*/ 1167493 w 1167494"/>
              <a:gd name="connsiteY2" fmla="*/ 714148 h 1881641"/>
              <a:gd name="connsiteX3" fmla="*/ 1166666 w 1167494"/>
              <a:gd name="connsiteY3" fmla="*/ 730534 h 1881641"/>
              <a:gd name="connsiteX4" fmla="*/ 1167494 w 1167494"/>
              <a:gd name="connsiteY4" fmla="*/ 730534 h 1881641"/>
              <a:gd name="connsiteX5" fmla="*/ 1167494 w 1167494"/>
              <a:gd name="connsiteY5" fmla="*/ 1378059 h 1881641"/>
              <a:gd name="connsiteX6" fmla="*/ 1167493 w 1167494"/>
              <a:gd name="connsiteY6" fmla="*/ 1378059 h 1881641"/>
              <a:gd name="connsiteX7" fmla="*/ 1167493 w 1167494"/>
              <a:gd name="connsiteY7" fmla="*/ 1881641 h 1881641"/>
              <a:gd name="connsiteX8" fmla="*/ 0 w 1167494"/>
              <a:gd name="connsiteY8" fmla="*/ 1881641 h 1881641"/>
              <a:gd name="connsiteX9" fmla="*/ 0 w 1167494"/>
              <a:gd name="connsiteY9" fmla="*/ 1234116 h 1881641"/>
              <a:gd name="connsiteX10" fmla="*/ 0 w 1167494"/>
              <a:gd name="connsiteY10" fmla="*/ 1167492 h 1881641"/>
              <a:gd name="connsiteX11" fmla="*/ 1048124 w 1167494"/>
              <a:gd name="connsiteY11" fmla="*/ 6027 h 188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67494" h="1881641">
                <a:moveTo>
                  <a:pt x="1167473" y="0"/>
                </a:moveTo>
                <a:lnTo>
                  <a:pt x="1167493" y="0"/>
                </a:lnTo>
                <a:lnTo>
                  <a:pt x="1167493" y="714148"/>
                </a:lnTo>
                <a:lnTo>
                  <a:pt x="1166666" y="730534"/>
                </a:lnTo>
                <a:lnTo>
                  <a:pt x="1167494" y="730534"/>
                </a:lnTo>
                <a:lnTo>
                  <a:pt x="1167494" y="1378059"/>
                </a:lnTo>
                <a:lnTo>
                  <a:pt x="1167493" y="1378059"/>
                </a:lnTo>
                <a:lnTo>
                  <a:pt x="1167493" y="1881641"/>
                </a:lnTo>
                <a:lnTo>
                  <a:pt x="0" y="1881641"/>
                </a:lnTo>
                <a:lnTo>
                  <a:pt x="0" y="1234116"/>
                </a:lnTo>
                <a:lnTo>
                  <a:pt x="0" y="1167492"/>
                </a:lnTo>
                <a:cubicBezTo>
                  <a:pt x="0" y="563002"/>
                  <a:pt x="459408" y="65814"/>
                  <a:pt x="1048124" y="602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="" xmlns:a16="http://schemas.microsoft.com/office/drawing/2014/main" id="{9221FFDB-AAE2-5943-97A1-82D66AE05DB4}"/>
              </a:ext>
            </a:extLst>
          </p:cNvPr>
          <p:cNvSpPr/>
          <p:nvPr/>
        </p:nvSpPr>
        <p:spPr>
          <a:xfrm>
            <a:off x="7750568" y="2737752"/>
            <a:ext cx="1035623" cy="1380830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 26">
            <a:extLst>
              <a:ext uri="{FF2B5EF4-FFF2-40B4-BE49-F238E27FC236}">
                <a16:creationId xmlns="" xmlns:a16="http://schemas.microsoft.com/office/drawing/2014/main" id="{2E58EEF7-63CA-A845-BAC4-9D3BE05918B5}"/>
              </a:ext>
            </a:extLst>
          </p:cNvPr>
          <p:cNvSpPr/>
          <p:nvPr/>
        </p:nvSpPr>
        <p:spPr>
          <a:xfrm rot="16200000" flipH="1">
            <a:off x="7765369" y="5479369"/>
            <a:ext cx="1881641" cy="875620"/>
          </a:xfrm>
          <a:custGeom>
            <a:avLst/>
            <a:gdLst>
              <a:gd name="connsiteX0" fmla="*/ 1881641 w 1881641"/>
              <a:gd name="connsiteY0" fmla="*/ 1167473 h 1167493"/>
              <a:gd name="connsiteX1" fmla="*/ 1881641 w 1881641"/>
              <a:gd name="connsiteY1" fmla="*/ 1167493 h 1167493"/>
              <a:gd name="connsiteX2" fmla="*/ 1167493 w 1881641"/>
              <a:gd name="connsiteY2" fmla="*/ 1167493 h 1167493"/>
              <a:gd name="connsiteX3" fmla="*/ 0 w 1881641"/>
              <a:gd name="connsiteY3" fmla="*/ 0 h 1167493"/>
              <a:gd name="connsiteX4" fmla="*/ 714149 w 1881641"/>
              <a:gd name="connsiteY4" fmla="*/ 0 h 1167493"/>
              <a:gd name="connsiteX5" fmla="*/ 1875614 w 1881641"/>
              <a:gd name="connsiteY5" fmla="*/ 1048124 h 1167493"/>
              <a:gd name="connsiteX6" fmla="*/ 1881641 w 1881641"/>
              <a:gd name="connsiteY6" fmla="*/ 1167473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881641" h="1167493">
                <a:moveTo>
                  <a:pt x="1881641" y="1167473"/>
                </a:moveTo>
                <a:lnTo>
                  <a:pt x="1881641" y="1167493"/>
                </a:lnTo>
                <a:lnTo>
                  <a:pt x="1167493" y="1167493"/>
                </a:lnTo>
                <a:cubicBezTo>
                  <a:pt x="522704" y="1167493"/>
                  <a:pt x="0" y="644789"/>
                  <a:pt x="0" y="0"/>
                </a:cubicBezTo>
                <a:lnTo>
                  <a:pt x="714149" y="0"/>
                </a:lnTo>
                <a:cubicBezTo>
                  <a:pt x="1318639" y="0"/>
                  <a:pt x="1815827" y="459408"/>
                  <a:pt x="1875614" y="1048124"/>
                </a:cubicBezTo>
                <a:lnTo>
                  <a:pt x="1881641" y="1167473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8" name="Freeform 27">
            <a:extLst>
              <a:ext uri="{FF2B5EF4-FFF2-40B4-BE49-F238E27FC236}">
                <a16:creationId xmlns="" xmlns:a16="http://schemas.microsoft.com/office/drawing/2014/main" id="{757A4624-D8ED-2E4B-AF8C-00DFA6A72D5F}"/>
              </a:ext>
            </a:extLst>
          </p:cNvPr>
          <p:cNvSpPr/>
          <p:nvPr/>
        </p:nvSpPr>
        <p:spPr>
          <a:xfrm flipV="1">
            <a:off x="7392760" y="3651505"/>
            <a:ext cx="994172" cy="1325563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9" name="Freeform 28">
            <a:extLst>
              <a:ext uri="{FF2B5EF4-FFF2-40B4-BE49-F238E27FC236}">
                <a16:creationId xmlns="" xmlns:a16="http://schemas.microsoft.com/office/drawing/2014/main" id="{DF312EF8-91BE-5946-BE31-8CFE107A2FEA}"/>
              </a:ext>
            </a:extLst>
          </p:cNvPr>
          <p:cNvSpPr/>
          <p:nvPr/>
        </p:nvSpPr>
        <p:spPr>
          <a:xfrm flipH="1" flipV="1">
            <a:off x="7392760" y="4976360"/>
            <a:ext cx="875621" cy="1881641"/>
          </a:xfrm>
          <a:custGeom>
            <a:avLst/>
            <a:gdLst>
              <a:gd name="connsiteX0" fmla="*/ 1167473 w 1167494"/>
              <a:gd name="connsiteY0" fmla="*/ 0 h 1881641"/>
              <a:gd name="connsiteX1" fmla="*/ 1167493 w 1167494"/>
              <a:gd name="connsiteY1" fmla="*/ 0 h 1881641"/>
              <a:gd name="connsiteX2" fmla="*/ 1167493 w 1167494"/>
              <a:gd name="connsiteY2" fmla="*/ 714148 h 1881641"/>
              <a:gd name="connsiteX3" fmla="*/ 1166666 w 1167494"/>
              <a:gd name="connsiteY3" fmla="*/ 730534 h 1881641"/>
              <a:gd name="connsiteX4" fmla="*/ 1167494 w 1167494"/>
              <a:gd name="connsiteY4" fmla="*/ 730534 h 1881641"/>
              <a:gd name="connsiteX5" fmla="*/ 1167494 w 1167494"/>
              <a:gd name="connsiteY5" fmla="*/ 1378059 h 1881641"/>
              <a:gd name="connsiteX6" fmla="*/ 1167493 w 1167494"/>
              <a:gd name="connsiteY6" fmla="*/ 1378059 h 1881641"/>
              <a:gd name="connsiteX7" fmla="*/ 1167493 w 1167494"/>
              <a:gd name="connsiteY7" fmla="*/ 1881641 h 1881641"/>
              <a:gd name="connsiteX8" fmla="*/ 0 w 1167494"/>
              <a:gd name="connsiteY8" fmla="*/ 1881641 h 1881641"/>
              <a:gd name="connsiteX9" fmla="*/ 0 w 1167494"/>
              <a:gd name="connsiteY9" fmla="*/ 1234116 h 1881641"/>
              <a:gd name="connsiteX10" fmla="*/ 0 w 1167494"/>
              <a:gd name="connsiteY10" fmla="*/ 1167492 h 1881641"/>
              <a:gd name="connsiteX11" fmla="*/ 1048124 w 1167494"/>
              <a:gd name="connsiteY11" fmla="*/ 6027 h 1881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67494" h="1881641">
                <a:moveTo>
                  <a:pt x="1167473" y="0"/>
                </a:moveTo>
                <a:lnTo>
                  <a:pt x="1167493" y="0"/>
                </a:lnTo>
                <a:lnTo>
                  <a:pt x="1167493" y="714148"/>
                </a:lnTo>
                <a:lnTo>
                  <a:pt x="1166666" y="730534"/>
                </a:lnTo>
                <a:lnTo>
                  <a:pt x="1167494" y="730534"/>
                </a:lnTo>
                <a:lnTo>
                  <a:pt x="1167494" y="1378059"/>
                </a:lnTo>
                <a:lnTo>
                  <a:pt x="1167493" y="1378059"/>
                </a:lnTo>
                <a:lnTo>
                  <a:pt x="1167493" y="1881641"/>
                </a:lnTo>
                <a:lnTo>
                  <a:pt x="0" y="1881641"/>
                </a:lnTo>
                <a:lnTo>
                  <a:pt x="0" y="1234116"/>
                </a:lnTo>
                <a:lnTo>
                  <a:pt x="0" y="1167492"/>
                </a:lnTo>
                <a:cubicBezTo>
                  <a:pt x="0" y="563002"/>
                  <a:pt x="459408" y="65814"/>
                  <a:pt x="1048124" y="6027"/>
                </a:cubicBez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1544191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ole team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>
            <a:extLst>
              <a:ext uri="{FF2B5EF4-FFF2-40B4-BE49-F238E27FC236}">
                <a16:creationId xmlns="" xmlns:a16="http://schemas.microsoft.com/office/drawing/2014/main" id="{6825B690-1AD7-4243-AC42-D2CF19B7B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822" y="381000"/>
            <a:ext cx="8008607" cy="1325563"/>
          </a:xfrm>
        </p:spPr>
        <p:txBody>
          <a:bodyPr lIns="0"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Picture Placeholder 23">
            <a:extLst>
              <a:ext uri="{FF2B5EF4-FFF2-40B4-BE49-F238E27FC236}">
                <a16:creationId xmlns="" xmlns:a16="http://schemas.microsoft.com/office/drawing/2014/main" id="{5E48B363-63E8-4F17-842B-53AD935A652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2822" y="2068735"/>
            <a:ext cx="678740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31" name="Text Placeholder 28">
            <a:extLst>
              <a:ext uri="{FF2B5EF4-FFF2-40B4-BE49-F238E27FC236}">
                <a16:creationId xmlns="" xmlns:a16="http://schemas.microsoft.com/office/drawing/2014/main" id="{1825005B-0520-EC49-9A5C-554CB700387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2823" y="2994545"/>
            <a:ext cx="1710928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2" name="Text Placeholder 28">
            <a:extLst>
              <a:ext uri="{FF2B5EF4-FFF2-40B4-BE49-F238E27FC236}">
                <a16:creationId xmlns="" xmlns:a16="http://schemas.microsoft.com/office/drawing/2014/main" id="{B6697B92-AF89-2C46-BC1E-6CB47E8EA42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62822" y="3379791"/>
            <a:ext cx="1710928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3" name="Picture Placeholder 23">
            <a:extLst>
              <a:ext uri="{FF2B5EF4-FFF2-40B4-BE49-F238E27FC236}">
                <a16:creationId xmlns="" xmlns:a16="http://schemas.microsoft.com/office/drawing/2014/main" id="{FA9FEBB0-45F1-DF45-89C4-B343F8B20BA0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662048" y="2068735"/>
            <a:ext cx="678740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34" name="Text Placeholder 28">
            <a:extLst>
              <a:ext uri="{FF2B5EF4-FFF2-40B4-BE49-F238E27FC236}">
                <a16:creationId xmlns="" xmlns:a16="http://schemas.microsoft.com/office/drawing/2014/main" id="{EF331731-A7FC-C245-A9C1-0B1A2E994DB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662049" y="2994545"/>
            <a:ext cx="1710928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5" name="Text Placeholder 28">
            <a:extLst>
              <a:ext uri="{FF2B5EF4-FFF2-40B4-BE49-F238E27FC236}">
                <a16:creationId xmlns="" xmlns:a16="http://schemas.microsoft.com/office/drawing/2014/main" id="{313B974E-E762-EE48-B2DF-C8F10DF73444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2662048" y="3379791"/>
            <a:ext cx="1710928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6" name="Picture Placeholder 23">
            <a:extLst>
              <a:ext uri="{FF2B5EF4-FFF2-40B4-BE49-F238E27FC236}">
                <a16:creationId xmlns="" xmlns:a16="http://schemas.microsoft.com/office/drawing/2014/main" id="{8BA62E8C-79E6-D245-B706-FFB1E051B2D6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4761276" y="2068735"/>
            <a:ext cx="678740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37" name="Text Placeholder 28">
            <a:extLst>
              <a:ext uri="{FF2B5EF4-FFF2-40B4-BE49-F238E27FC236}">
                <a16:creationId xmlns="" xmlns:a16="http://schemas.microsoft.com/office/drawing/2014/main" id="{4199EE50-5386-0446-8ADA-23C1B0D6EA4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761276" y="2994545"/>
            <a:ext cx="1710928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38" name="Text Placeholder 28">
            <a:extLst>
              <a:ext uri="{FF2B5EF4-FFF2-40B4-BE49-F238E27FC236}">
                <a16:creationId xmlns="" xmlns:a16="http://schemas.microsoft.com/office/drawing/2014/main" id="{478AB5CA-B5A5-934D-BF51-1485953A703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761276" y="3379791"/>
            <a:ext cx="1710928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39" name="Picture Placeholder 23">
            <a:extLst>
              <a:ext uri="{FF2B5EF4-FFF2-40B4-BE49-F238E27FC236}">
                <a16:creationId xmlns="" xmlns:a16="http://schemas.microsoft.com/office/drawing/2014/main" id="{3D78BE06-1FC7-3C43-BD15-F4137B564B58}"/>
              </a:ext>
            </a:extLst>
          </p:cNvPr>
          <p:cNvSpPr>
            <a:spLocks noGrp="1"/>
          </p:cNvSpPr>
          <p:nvPr>
            <p:ph type="pic" sz="quarter" idx="34"/>
          </p:nvPr>
        </p:nvSpPr>
        <p:spPr>
          <a:xfrm>
            <a:off x="6860502" y="2068735"/>
            <a:ext cx="678740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0" name="Text Placeholder 28">
            <a:extLst>
              <a:ext uri="{FF2B5EF4-FFF2-40B4-BE49-F238E27FC236}">
                <a16:creationId xmlns="" xmlns:a16="http://schemas.microsoft.com/office/drawing/2014/main" id="{14F01FCC-4797-0343-8739-20331C751C1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860502" y="2994545"/>
            <a:ext cx="1710928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1" name="Text Placeholder 28">
            <a:extLst>
              <a:ext uri="{FF2B5EF4-FFF2-40B4-BE49-F238E27FC236}">
                <a16:creationId xmlns="" xmlns:a16="http://schemas.microsoft.com/office/drawing/2014/main" id="{33FBE6CA-EC7A-1A4B-ADA3-6B78F2DE09C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860502" y="3379791"/>
            <a:ext cx="1710928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2" name="Picture Placeholder 23">
            <a:extLst>
              <a:ext uri="{FF2B5EF4-FFF2-40B4-BE49-F238E27FC236}">
                <a16:creationId xmlns="" xmlns:a16="http://schemas.microsoft.com/office/drawing/2014/main" id="{6DD7CCE4-AD48-B64F-909E-F88961FBDFC5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562822" y="4118552"/>
            <a:ext cx="678740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3" name="Text Placeholder 28">
            <a:extLst>
              <a:ext uri="{FF2B5EF4-FFF2-40B4-BE49-F238E27FC236}">
                <a16:creationId xmlns="" xmlns:a16="http://schemas.microsoft.com/office/drawing/2014/main" id="{C076E7E2-3D95-EA47-BF86-444615F1F141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562823" y="5044362"/>
            <a:ext cx="1710928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4" name="Text Placeholder 28">
            <a:extLst>
              <a:ext uri="{FF2B5EF4-FFF2-40B4-BE49-F238E27FC236}">
                <a16:creationId xmlns="" xmlns:a16="http://schemas.microsoft.com/office/drawing/2014/main" id="{612499D2-373C-3940-97A5-FCA8B245BE4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62822" y="5429608"/>
            <a:ext cx="1710928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5" name="Picture Placeholder 23">
            <a:extLst>
              <a:ext uri="{FF2B5EF4-FFF2-40B4-BE49-F238E27FC236}">
                <a16:creationId xmlns="" xmlns:a16="http://schemas.microsoft.com/office/drawing/2014/main" id="{24B34D6D-4F7E-3942-B8D7-9970BDE53C10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>
          <a:xfrm>
            <a:off x="2662048" y="4118552"/>
            <a:ext cx="678740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6" name="Text Placeholder 28">
            <a:extLst>
              <a:ext uri="{FF2B5EF4-FFF2-40B4-BE49-F238E27FC236}">
                <a16:creationId xmlns="" xmlns:a16="http://schemas.microsoft.com/office/drawing/2014/main" id="{D34EDB1D-7E85-D242-B6AE-F6D6907D325A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2662049" y="5044362"/>
            <a:ext cx="1710928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47" name="Text Placeholder 28">
            <a:extLst>
              <a:ext uri="{FF2B5EF4-FFF2-40B4-BE49-F238E27FC236}">
                <a16:creationId xmlns="" xmlns:a16="http://schemas.microsoft.com/office/drawing/2014/main" id="{3E3BFFF0-114B-6D42-B5E0-8020AC2E26BF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662048" y="5429608"/>
            <a:ext cx="1710928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48" name="Picture Placeholder 23">
            <a:extLst>
              <a:ext uri="{FF2B5EF4-FFF2-40B4-BE49-F238E27FC236}">
                <a16:creationId xmlns="" xmlns:a16="http://schemas.microsoft.com/office/drawing/2014/main" id="{EB4488EE-E854-724E-95AE-B9943EE249EA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4761276" y="4118552"/>
            <a:ext cx="678740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9" name="Text Placeholder 28">
            <a:extLst>
              <a:ext uri="{FF2B5EF4-FFF2-40B4-BE49-F238E27FC236}">
                <a16:creationId xmlns="" xmlns:a16="http://schemas.microsoft.com/office/drawing/2014/main" id="{C5551B4D-583E-D644-9069-EC096CE76F50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4761276" y="5044362"/>
            <a:ext cx="1710928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0" name="Text Placeholder 28">
            <a:extLst>
              <a:ext uri="{FF2B5EF4-FFF2-40B4-BE49-F238E27FC236}">
                <a16:creationId xmlns="" xmlns:a16="http://schemas.microsoft.com/office/drawing/2014/main" id="{E30C4783-1643-2243-BB4F-E99E04D9216B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761276" y="5429608"/>
            <a:ext cx="1710928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51" name="Picture Placeholder 23">
            <a:extLst>
              <a:ext uri="{FF2B5EF4-FFF2-40B4-BE49-F238E27FC236}">
                <a16:creationId xmlns="" xmlns:a16="http://schemas.microsoft.com/office/drawing/2014/main" id="{7BBADCE0-02E8-3249-8CBA-17D3783DFE70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860502" y="4118552"/>
            <a:ext cx="678740" cy="905641"/>
          </a:xfrm>
        </p:spPr>
        <p:txBody>
          <a:bodyPr>
            <a:no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52" name="Text Placeholder 28">
            <a:extLst>
              <a:ext uri="{FF2B5EF4-FFF2-40B4-BE49-F238E27FC236}">
                <a16:creationId xmlns="" xmlns:a16="http://schemas.microsoft.com/office/drawing/2014/main" id="{8D294C40-97E4-FF4F-8A02-10FC7D0EE8B0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860502" y="5044362"/>
            <a:ext cx="1710928" cy="347662"/>
          </a:xfrm>
        </p:spPr>
        <p:txBody>
          <a:bodyPr lIns="0" tIns="0" rIns="0" bIns="0" anchor="b" anchorCtr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1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</a:t>
            </a:r>
          </a:p>
        </p:txBody>
      </p:sp>
      <p:sp>
        <p:nvSpPr>
          <p:cNvPr id="53" name="Text Placeholder 28">
            <a:extLst>
              <a:ext uri="{FF2B5EF4-FFF2-40B4-BE49-F238E27FC236}">
                <a16:creationId xmlns="" xmlns:a16="http://schemas.microsoft.com/office/drawing/2014/main" id="{8B38241F-01B5-574C-A827-67C6352C463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860502" y="5429608"/>
            <a:ext cx="1710928" cy="347662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b="0" spc="2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="" xmlns:a16="http://schemas.microsoft.com/office/drawing/2014/main" id="{30445668-2DC5-E84C-8B16-922BC95F13F2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C0EB4A3E-32AE-4F17-9683-C4D20059ED1C}" type="datetimeFigureOut">
              <a:rPr lang="en-US" smtClean="0"/>
              <a:pPr/>
              <a:t>9/14/2023</a:t>
            </a:fld>
            <a:endParaRPr lang="en-US"/>
          </a:p>
        </p:txBody>
      </p:sp>
      <p:sp>
        <p:nvSpPr>
          <p:cNvPr id="22" name="Footer Placeholder 21">
            <a:extLst>
              <a:ext uri="{FF2B5EF4-FFF2-40B4-BE49-F238E27FC236}">
                <a16:creationId xmlns="" xmlns:a16="http://schemas.microsoft.com/office/drawing/2014/main" id="{D9227732-A878-814C-8621-64ED1B2CCF9F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23" name="Slide Number Placeholder 22">
            <a:extLst>
              <a:ext uri="{FF2B5EF4-FFF2-40B4-BE49-F238E27FC236}">
                <a16:creationId xmlns="" xmlns:a16="http://schemas.microsoft.com/office/drawing/2014/main" id="{CE9F02AC-6DFB-0C47-BC8E-4B0594007F33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>
            <a:noAutofit/>
          </a:bodyPr>
          <a:lstStyle>
            <a:lvl1pPr>
              <a:defRPr>
                <a:solidFill>
                  <a:schemeClr val="accent3"/>
                </a:solidFill>
                <a:latin typeface="+mn-lt"/>
              </a:defRPr>
            </a:lvl1pPr>
          </a:lstStyle>
          <a:p>
            <a:fld id="{0A2FECD6-A0A0-4ED9-9B83-73F490E1A4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0057219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melin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="" xmlns:a16="http://schemas.microsoft.com/office/drawing/2014/main" id="{6A7F6A3F-E1DD-A246-9A6D-5F9B18BA2588}"/>
              </a:ext>
            </a:extLst>
          </p:cNvPr>
          <p:cNvSpPr/>
          <p:nvPr/>
        </p:nvSpPr>
        <p:spPr>
          <a:xfrm flipH="1">
            <a:off x="6435672" y="1"/>
            <a:ext cx="2708328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4">
            <a:extLst>
              <a:ext uri="{FF2B5EF4-FFF2-40B4-BE49-F238E27FC236}">
                <a16:creationId xmlns="" xmlns:a16="http://schemas.microsoft.com/office/drawing/2014/main" id="{055FD0FC-C8FF-6741-A364-A29CDC6F9495}"/>
              </a:ext>
            </a:extLst>
          </p:cNvPr>
          <p:cNvSpPr/>
          <p:nvPr/>
        </p:nvSpPr>
        <p:spPr>
          <a:xfrm rot="5400000" flipH="1">
            <a:off x="-451387" y="3698284"/>
            <a:ext cx="3611104" cy="2708328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5620" y="381000"/>
            <a:ext cx="7334387" cy="1325563"/>
          </a:xfrm>
        </p:spPr>
        <p:txBody>
          <a:bodyPr anchor="b">
            <a:noAutofit/>
          </a:bodyPr>
          <a:lstStyle>
            <a:lvl1pPr>
              <a:defRPr sz="48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620" y="2087562"/>
            <a:ext cx="7334387" cy="3366815"/>
          </a:xfrm>
        </p:spPr>
        <p:txBody>
          <a:bodyPr>
            <a:noAutofit/>
          </a:bodyPr>
          <a:lstStyle>
            <a:lvl1pPr marL="0" indent="0">
              <a:buNone/>
              <a:defRPr>
                <a:solidFill>
                  <a:schemeClr val="bg1"/>
                </a:solidFill>
                <a:latin typeface="+mn-lt"/>
              </a:defRPr>
            </a:lvl1pPr>
            <a:lvl2pPr marL="457200" indent="0">
              <a:buNone/>
              <a:defRPr>
                <a:solidFill>
                  <a:schemeClr val="bg1"/>
                </a:solidFill>
                <a:latin typeface="+mn-lt"/>
              </a:defRPr>
            </a:lvl2pPr>
            <a:lvl3pPr marL="914400" indent="0">
              <a:buNone/>
              <a:defRPr>
                <a:solidFill>
                  <a:schemeClr val="bg1"/>
                </a:solidFill>
                <a:latin typeface="+mn-lt"/>
              </a:defRPr>
            </a:lvl3pPr>
            <a:lvl4pPr marL="1371600" indent="0">
              <a:buNone/>
              <a:defRPr>
                <a:solidFill>
                  <a:schemeClr val="bg1"/>
                </a:solidFill>
                <a:latin typeface="+mn-lt"/>
              </a:defRPr>
            </a:lvl4pPr>
            <a:lvl5pPr marL="1828800" indent="0">
              <a:buNone/>
              <a:defRPr>
                <a:solidFill>
                  <a:schemeClr val="bg1"/>
                </a:solidFill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=""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85750" y="6356351"/>
            <a:ext cx="1275764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C0EB4A3E-32AE-4F17-9683-C4D20059ED1C}" type="datetimeFigureOut">
              <a:rPr lang="en-US" smtClean="0"/>
              <a:pPr/>
              <a:t>9/14/2023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=""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=""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14958" y="6356351"/>
            <a:ext cx="12432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0A2FECD6-A0A0-4ED9-9B83-73F490E1A4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569275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5620" y="381000"/>
            <a:ext cx="7334387" cy="1325563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620" y="2528204"/>
            <a:ext cx="3497580" cy="282861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="" xmlns:a16="http://schemas.microsoft.com/office/drawing/2014/main" id="{6A7F6A3F-E1DD-A246-9A6D-5F9B18BA2588}"/>
              </a:ext>
            </a:extLst>
          </p:cNvPr>
          <p:cNvSpPr/>
          <p:nvPr/>
        </p:nvSpPr>
        <p:spPr>
          <a:xfrm flipH="1">
            <a:off x="6435672" y="1"/>
            <a:ext cx="2708328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4">
            <a:extLst>
              <a:ext uri="{FF2B5EF4-FFF2-40B4-BE49-F238E27FC236}">
                <a16:creationId xmlns="" xmlns:a16="http://schemas.microsoft.com/office/drawing/2014/main" id="{055FD0FC-C8FF-6741-A364-A29CDC6F9495}"/>
              </a:ext>
            </a:extLst>
          </p:cNvPr>
          <p:cNvSpPr/>
          <p:nvPr/>
        </p:nvSpPr>
        <p:spPr>
          <a:xfrm flipH="1">
            <a:off x="6435672" y="3246896"/>
            <a:ext cx="2708328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 5">
            <a:extLst>
              <a:ext uri="{FF2B5EF4-FFF2-40B4-BE49-F238E27FC236}">
                <a16:creationId xmlns="" xmlns:a16="http://schemas.microsoft.com/office/drawing/2014/main" id="{D11C9832-A021-954E-A34F-2988D1189AE9}"/>
              </a:ext>
            </a:extLst>
          </p:cNvPr>
          <p:cNvSpPr/>
          <p:nvPr/>
        </p:nvSpPr>
        <p:spPr>
          <a:xfrm>
            <a:off x="1" y="0"/>
            <a:ext cx="700392" cy="933856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9861BC34-DFBF-2D4F-B463-FCFBC08391FF}"/>
              </a:ext>
            </a:extLst>
          </p:cNvPr>
          <p:cNvGrpSpPr/>
          <p:nvPr/>
        </p:nvGrpSpPr>
        <p:grpSpPr>
          <a:xfrm>
            <a:off x="6061569" y="5590904"/>
            <a:ext cx="1179285" cy="1267097"/>
            <a:chOff x="7413403" y="4976359"/>
            <a:chExt cx="2334986" cy="1881641"/>
          </a:xfrm>
        </p:grpSpPr>
        <p:sp>
          <p:nvSpPr>
            <p:cNvPr id="7" name="Freeform 6">
              <a:extLst>
                <a:ext uri="{FF2B5EF4-FFF2-40B4-BE49-F238E27FC236}">
                  <a16:creationId xmlns=""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=""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</p:grpSp>
      <p:sp>
        <p:nvSpPr>
          <p:cNvPr id="10" name="Date Placeholder 3">
            <a:extLst>
              <a:ext uri="{FF2B5EF4-FFF2-40B4-BE49-F238E27FC236}">
                <a16:creationId xmlns=""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857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fld id="{C0EB4A3E-32AE-4F17-9683-C4D20059ED1C}" type="datetimeFigureOut">
              <a:rPr lang="en-US" smtClean="0"/>
              <a:pPr/>
              <a:t>9/14/2023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=""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=""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14958" y="6356351"/>
            <a:ext cx="12432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0A2FECD6-A0A0-4ED9-9B83-73F490E1A4B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=""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4712426" y="2528204"/>
            <a:ext cx="3497580" cy="282861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="" xmlns:a16="http://schemas.microsoft.com/office/drawing/2014/main" id="{0B33DABA-7BF5-1147-BA5E-63B92F220E5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75620" y="2005689"/>
            <a:ext cx="3497580" cy="522514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="" xmlns:a16="http://schemas.microsoft.com/office/drawing/2014/main" id="{1B05BEE9-8BC0-EC44-B913-DB6426DF2EA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712426" y="2005689"/>
            <a:ext cx="3497580" cy="522514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131912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CD97974-B93C-4C96-B3F6-F69E3D6DE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5620" y="381000"/>
            <a:ext cx="7334387" cy="1325563"/>
          </a:xfrm>
        </p:spPr>
        <p:txBody>
          <a:bodyPr anchor="b">
            <a:noAutofit/>
          </a:bodyPr>
          <a:lstStyle>
            <a:lvl1pPr>
              <a:defRPr sz="4800" b="1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A6FC6F2-80B4-49A7-9448-33FE2DF0E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618" y="2526318"/>
            <a:ext cx="2414016" cy="282861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="" xmlns:a16="http://schemas.microsoft.com/office/drawing/2014/main" id="{6A7F6A3F-E1DD-A246-9A6D-5F9B18BA2588}"/>
              </a:ext>
            </a:extLst>
          </p:cNvPr>
          <p:cNvSpPr/>
          <p:nvPr/>
        </p:nvSpPr>
        <p:spPr>
          <a:xfrm rot="5400000">
            <a:off x="5984284" y="451388"/>
            <a:ext cx="3611104" cy="2708328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0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lnTo>
                  <a:pt x="1167493" y="0"/>
                </a:lnTo>
                <a:cubicBezTo>
                  <a:pt x="522704" y="0"/>
                  <a:pt x="0" y="522704"/>
                  <a:pt x="0" y="11674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Freeform 4">
            <a:extLst>
              <a:ext uri="{FF2B5EF4-FFF2-40B4-BE49-F238E27FC236}">
                <a16:creationId xmlns="" xmlns:a16="http://schemas.microsoft.com/office/drawing/2014/main" id="{055FD0FC-C8FF-6741-A364-A29CDC6F9495}"/>
              </a:ext>
            </a:extLst>
          </p:cNvPr>
          <p:cNvSpPr/>
          <p:nvPr/>
        </p:nvSpPr>
        <p:spPr>
          <a:xfrm>
            <a:off x="-1773" y="3246896"/>
            <a:ext cx="2708328" cy="3611104"/>
          </a:xfrm>
          <a:custGeom>
            <a:avLst/>
            <a:gdLst>
              <a:gd name="connsiteX0" fmla="*/ 0 w 1167493"/>
              <a:gd name="connsiteY0" fmla="*/ 0 h 1167493"/>
              <a:gd name="connsiteX1" fmla="*/ 1167493 w 1167493"/>
              <a:gd name="connsiteY1" fmla="*/ 1167493 h 1167493"/>
              <a:gd name="connsiteX2" fmla="*/ 0 w 1167493"/>
              <a:gd name="connsiteY2" fmla="*/ 1167493 h 1167493"/>
              <a:gd name="connsiteX3" fmla="*/ 0 w 1167493"/>
              <a:gd name="connsiteY3" fmla="*/ 0 h 11674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67493" h="1167493">
                <a:moveTo>
                  <a:pt x="0" y="0"/>
                </a:moveTo>
                <a:cubicBezTo>
                  <a:pt x="0" y="644789"/>
                  <a:pt x="522704" y="1167493"/>
                  <a:pt x="1167493" y="1167493"/>
                </a:cubicBezTo>
                <a:lnTo>
                  <a:pt x="0" y="1167493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+mn-lt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="" xmlns:a16="http://schemas.microsoft.com/office/drawing/2014/main" id="{D11C9832-A021-954E-A34F-2988D1189AE9}"/>
              </a:ext>
            </a:extLst>
          </p:cNvPr>
          <p:cNvSpPr/>
          <p:nvPr/>
        </p:nvSpPr>
        <p:spPr>
          <a:xfrm rot="5400000" flipH="1">
            <a:off x="8326876" y="6040876"/>
            <a:ext cx="933856" cy="700392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latin typeface="+mn-lt"/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9861BC34-DFBF-2D4F-B463-FCFBC08391FF}"/>
              </a:ext>
            </a:extLst>
          </p:cNvPr>
          <p:cNvGrpSpPr/>
          <p:nvPr/>
        </p:nvGrpSpPr>
        <p:grpSpPr>
          <a:xfrm>
            <a:off x="1940563" y="5590904"/>
            <a:ext cx="1179285" cy="1267097"/>
            <a:chOff x="7413403" y="4976359"/>
            <a:chExt cx="2334986" cy="1881641"/>
          </a:xfrm>
        </p:grpSpPr>
        <p:sp>
          <p:nvSpPr>
            <p:cNvPr id="7" name="Freeform 6">
              <a:extLst>
                <a:ext uri="{FF2B5EF4-FFF2-40B4-BE49-F238E27FC236}">
                  <a16:creationId xmlns="" xmlns:a16="http://schemas.microsoft.com/office/drawing/2014/main" id="{55C37C19-F268-4A43-A0D4-3B1B38D48952}"/>
                </a:ext>
              </a:extLst>
            </p:cNvPr>
            <p:cNvSpPr/>
            <p:nvPr userDrawn="1"/>
          </p:nvSpPr>
          <p:spPr>
            <a:xfrm rot="5400000" flipH="1" flipV="1">
              <a:off x="8223822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="" xmlns:a16="http://schemas.microsoft.com/office/drawing/2014/main" id="{E4F760E5-9D5D-E44F-AEBF-20CA8DE87D11}"/>
                </a:ext>
              </a:extLst>
            </p:cNvPr>
            <p:cNvSpPr/>
            <p:nvPr userDrawn="1"/>
          </p:nvSpPr>
          <p:spPr>
            <a:xfrm rot="16200000" flipV="1">
              <a:off x="7056329" y="5333433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latin typeface="+mn-lt"/>
              </a:endParaRPr>
            </a:p>
          </p:txBody>
        </p:sp>
      </p:grpSp>
      <p:sp>
        <p:nvSpPr>
          <p:cNvPr id="10" name="Date Placeholder 3">
            <a:extLst>
              <a:ext uri="{FF2B5EF4-FFF2-40B4-BE49-F238E27FC236}">
                <a16:creationId xmlns="" xmlns:a16="http://schemas.microsoft.com/office/drawing/2014/main" id="{7536C149-3EFE-A94E-902D-57CED00B2C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85750" y="6356351"/>
            <a:ext cx="1325336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C0EB4A3E-32AE-4F17-9683-C4D20059ED1C}" type="datetimeFigureOut">
              <a:rPr lang="en-US" smtClean="0"/>
              <a:pPr/>
              <a:t>9/14/2023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="" xmlns:a16="http://schemas.microsoft.com/office/drawing/2014/main" id="{53CA1E78-F17D-F34D-9F81-0DBF44F378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accent3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13" name="Content Placeholder 2">
            <a:extLst>
              <a:ext uri="{FF2B5EF4-FFF2-40B4-BE49-F238E27FC236}">
                <a16:creationId xmlns="" xmlns:a16="http://schemas.microsoft.com/office/drawing/2014/main" id="{94CA559C-3355-DE44-ACF9-BDB6083C4225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512841" y="2526318"/>
            <a:ext cx="2379959" cy="282861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="" xmlns:a16="http://schemas.microsoft.com/office/drawing/2014/main" id="{0B33DABA-7BF5-1147-BA5E-63B92F220E51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875620" y="2003804"/>
            <a:ext cx="2379959" cy="522514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="" xmlns:a16="http://schemas.microsoft.com/office/drawing/2014/main" id="{1B05BEE9-8BC0-EC44-B913-DB6426DF2EA7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512841" y="2003804"/>
            <a:ext cx="2379959" cy="522514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="" xmlns:a16="http://schemas.microsoft.com/office/drawing/2014/main" id="{43D62993-A055-DF4F-9286-4FFE3A5C7FD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150062" y="2526318"/>
            <a:ext cx="2379959" cy="2828613"/>
          </a:xfrm>
        </p:spPr>
        <p:txBody>
          <a:bodyPr>
            <a:noAutofit/>
          </a:bodyPr>
          <a:lstStyle>
            <a:lvl1pPr marL="0" indent="0">
              <a:buNone/>
              <a:defRPr sz="2000">
                <a:latin typeface="+mn-lt"/>
              </a:defRPr>
            </a:lvl1pPr>
            <a:lvl2pPr marL="457200" indent="0">
              <a:buNone/>
              <a:defRPr sz="1800">
                <a:latin typeface="+mn-lt"/>
              </a:defRPr>
            </a:lvl2pPr>
            <a:lvl3pPr marL="914400" indent="0">
              <a:buNone/>
              <a:defRPr sz="1600">
                <a:latin typeface="+mn-lt"/>
              </a:defRPr>
            </a:lvl3pPr>
            <a:lvl4pPr marL="1371600" indent="0">
              <a:buNone/>
              <a:defRPr sz="1400">
                <a:latin typeface="+mn-lt"/>
              </a:defRPr>
            </a:lvl4pPr>
            <a:lvl5pPr marL="1828800" indent="0">
              <a:buNone/>
              <a:defRPr sz="1400"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="" xmlns:a16="http://schemas.microsoft.com/office/drawing/2014/main" id="{A896DA2E-4448-254C-86D1-9E16E63CC6A0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150062" y="2003804"/>
            <a:ext cx="2379959" cy="522514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="" xmlns:a16="http://schemas.microsoft.com/office/drawing/2014/main" id="{1FE54918-A625-F64F-A42E-A427E9B2D4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7614958" y="6356351"/>
            <a:ext cx="12432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accent2"/>
                </a:solidFill>
                <a:latin typeface="+mn-lt"/>
              </a:defRPr>
            </a:lvl1pPr>
          </a:lstStyle>
          <a:p>
            <a:fld id="{0A2FECD6-A0A0-4ED9-9B83-73F490E1A4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569764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94248F2-5264-4601-AA0B-6C092F77F2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5620" y="1122363"/>
            <a:ext cx="4665209" cy="2387600"/>
          </a:xfrm>
        </p:spPr>
        <p:txBody>
          <a:bodyPr anchor="b">
            <a:noAutofit/>
          </a:bodyPr>
          <a:lstStyle>
            <a:lvl1pPr algn="l">
              <a:defRPr sz="6000" b="1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CFB69D3-5632-4285-A209-9DCA67DA66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75620" y="3602039"/>
            <a:ext cx="4665208" cy="2247219"/>
          </a:xfrm>
        </p:spPr>
        <p:txBody>
          <a:bodyPr>
            <a:noAutofit/>
          </a:bodyPr>
          <a:lstStyle>
            <a:lvl1pPr marL="0" indent="0" algn="l">
              <a:buNone/>
              <a:defRPr sz="28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9AC79249-FDC0-364D-A734-AE1DE1605D28}"/>
              </a:ext>
            </a:extLst>
          </p:cNvPr>
          <p:cNvSpPr/>
          <p:nvPr/>
        </p:nvSpPr>
        <p:spPr>
          <a:xfrm>
            <a:off x="6198319" y="0"/>
            <a:ext cx="294568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" name="Group 5">
            <a:extLst>
              <a:ext uri="{FF2B5EF4-FFF2-40B4-BE49-F238E27FC236}">
                <a16:creationId xmlns="" xmlns:a16="http://schemas.microsoft.com/office/drawing/2014/main" id="{F15FBB50-09C8-B64E-AE57-67C5E70810CB}"/>
              </a:ext>
            </a:extLst>
          </p:cNvPr>
          <p:cNvGrpSpPr/>
          <p:nvPr/>
        </p:nvGrpSpPr>
        <p:grpSpPr>
          <a:xfrm>
            <a:off x="6198321" y="3685939"/>
            <a:ext cx="2945680" cy="3178856"/>
            <a:chOff x="9857014" y="13834"/>
            <a:chExt cx="2334986" cy="1881641"/>
          </a:xfrm>
        </p:grpSpPr>
        <p:sp>
          <p:nvSpPr>
            <p:cNvPr id="15" name="Freeform 14">
              <a:extLst>
                <a:ext uri="{FF2B5EF4-FFF2-40B4-BE49-F238E27FC236}">
                  <a16:creationId xmlns="" xmlns:a16="http://schemas.microsoft.com/office/drawing/2014/main" id="{EFBF1E52-11FA-DC48-B7AD-75734232FFE8}"/>
                </a:ext>
              </a:extLst>
            </p:cNvPr>
            <p:cNvSpPr/>
            <p:nvPr userDrawn="1"/>
          </p:nvSpPr>
          <p:spPr>
            <a:xfrm rot="5400000" flipH="1" flipV="1">
              <a:off x="10667433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 15">
              <a:extLst>
                <a:ext uri="{FF2B5EF4-FFF2-40B4-BE49-F238E27FC236}">
                  <a16:creationId xmlns="" xmlns:a16="http://schemas.microsoft.com/office/drawing/2014/main" id="{4850B620-49F5-3748-84AF-682555D52792}"/>
                </a:ext>
              </a:extLst>
            </p:cNvPr>
            <p:cNvSpPr/>
            <p:nvPr userDrawn="1"/>
          </p:nvSpPr>
          <p:spPr>
            <a:xfrm rot="16200000" flipV="1">
              <a:off x="9499940" y="370908"/>
              <a:ext cx="1881641" cy="1167493"/>
            </a:xfrm>
            <a:custGeom>
              <a:avLst/>
              <a:gdLst>
                <a:gd name="connsiteX0" fmla="*/ 1881641 w 1881641"/>
                <a:gd name="connsiteY0" fmla="*/ 1167473 h 1167493"/>
                <a:gd name="connsiteX1" fmla="*/ 1881641 w 1881641"/>
                <a:gd name="connsiteY1" fmla="*/ 1167493 h 1167493"/>
                <a:gd name="connsiteX2" fmla="*/ 1167493 w 1881641"/>
                <a:gd name="connsiteY2" fmla="*/ 1167493 h 1167493"/>
                <a:gd name="connsiteX3" fmla="*/ 0 w 1881641"/>
                <a:gd name="connsiteY3" fmla="*/ 0 h 1167493"/>
                <a:gd name="connsiteX4" fmla="*/ 714149 w 1881641"/>
                <a:gd name="connsiteY4" fmla="*/ 0 h 1167493"/>
                <a:gd name="connsiteX5" fmla="*/ 1875614 w 1881641"/>
                <a:gd name="connsiteY5" fmla="*/ 1048124 h 1167493"/>
                <a:gd name="connsiteX6" fmla="*/ 1881641 w 1881641"/>
                <a:gd name="connsiteY6" fmla="*/ 1167473 h 11674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881641" h="1167493">
                  <a:moveTo>
                    <a:pt x="1881641" y="1167473"/>
                  </a:moveTo>
                  <a:lnTo>
                    <a:pt x="1881641" y="1167493"/>
                  </a:lnTo>
                  <a:lnTo>
                    <a:pt x="1167493" y="1167493"/>
                  </a:lnTo>
                  <a:cubicBezTo>
                    <a:pt x="522704" y="1167493"/>
                    <a:pt x="0" y="644789"/>
                    <a:pt x="0" y="0"/>
                  </a:cubicBezTo>
                  <a:lnTo>
                    <a:pt x="714149" y="0"/>
                  </a:lnTo>
                  <a:cubicBezTo>
                    <a:pt x="1318639" y="0"/>
                    <a:pt x="1815827" y="459408"/>
                    <a:pt x="1875614" y="1048124"/>
                  </a:cubicBezTo>
                  <a:lnTo>
                    <a:pt x="1881641" y="1167473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2" name="Freeform 21">
            <a:extLst>
              <a:ext uri="{FF2B5EF4-FFF2-40B4-BE49-F238E27FC236}">
                <a16:creationId xmlns="" xmlns:a16="http://schemas.microsoft.com/office/drawing/2014/main" id="{BC68F289-2744-2F48-893A-3F17911625C8}"/>
              </a:ext>
            </a:extLst>
          </p:cNvPr>
          <p:cNvSpPr/>
          <p:nvPr/>
        </p:nvSpPr>
        <p:spPr>
          <a:xfrm>
            <a:off x="0" y="-1"/>
            <a:ext cx="875620" cy="1167493"/>
          </a:xfrm>
          <a:custGeom>
            <a:avLst/>
            <a:gdLst>
              <a:gd name="connsiteX0" fmla="*/ 0 w 862693"/>
              <a:gd name="connsiteY0" fmla="*/ 0 h 862693"/>
              <a:gd name="connsiteX1" fmla="*/ 862693 w 862693"/>
              <a:gd name="connsiteY1" fmla="*/ 0 h 862693"/>
              <a:gd name="connsiteX2" fmla="*/ 0 w 862693"/>
              <a:gd name="connsiteY2" fmla="*/ 862693 h 862693"/>
              <a:gd name="connsiteX3" fmla="*/ 0 w 862693"/>
              <a:gd name="connsiteY3" fmla="*/ 0 h 8626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62693" h="862693">
                <a:moveTo>
                  <a:pt x="0" y="0"/>
                </a:moveTo>
                <a:lnTo>
                  <a:pt x="862693" y="0"/>
                </a:lnTo>
                <a:cubicBezTo>
                  <a:pt x="862693" y="476453"/>
                  <a:pt x="476452" y="862693"/>
                  <a:pt x="0" y="86269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Freeform 16">
            <a:extLst>
              <a:ext uri="{FF2B5EF4-FFF2-40B4-BE49-F238E27FC236}">
                <a16:creationId xmlns="" xmlns:a16="http://schemas.microsoft.com/office/drawing/2014/main" id="{39563C76-BC00-DE47-88F5-C24D3CE3325A}"/>
              </a:ext>
            </a:extLst>
          </p:cNvPr>
          <p:cNvSpPr/>
          <p:nvPr/>
        </p:nvSpPr>
        <p:spPr>
          <a:xfrm>
            <a:off x="7671161" y="-1"/>
            <a:ext cx="1472840" cy="3178856"/>
          </a:xfrm>
          <a:custGeom>
            <a:avLst/>
            <a:gdLst>
              <a:gd name="connsiteX0" fmla="*/ 0 w 1963787"/>
              <a:gd name="connsiteY0" fmla="*/ 0 h 3178856"/>
              <a:gd name="connsiteX1" fmla="*/ 1963787 w 1963787"/>
              <a:gd name="connsiteY1" fmla="*/ 0 h 3178856"/>
              <a:gd name="connsiteX2" fmla="*/ 1963787 w 1963787"/>
              <a:gd name="connsiteY2" fmla="*/ 1967129 h 3178856"/>
              <a:gd name="connsiteX3" fmla="*/ 1963787 w 1963787"/>
              <a:gd name="connsiteY3" fmla="*/ 2349671 h 3178856"/>
              <a:gd name="connsiteX4" fmla="*/ 1963787 w 1963787"/>
              <a:gd name="connsiteY4" fmla="*/ 3178856 h 3178856"/>
              <a:gd name="connsiteX5" fmla="*/ 1963753 w 1963787"/>
              <a:gd name="connsiteY5" fmla="*/ 3178856 h 3178856"/>
              <a:gd name="connsiteX6" fmla="*/ 1763002 w 1963787"/>
              <a:gd name="connsiteY6" fmla="*/ 3168629 h 3178856"/>
              <a:gd name="connsiteX7" fmla="*/ 0 w 1963787"/>
              <a:gd name="connsiteY7" fmla="*/ 1197921 h 3178856"/>
              <a:gd name="connsiteX8" fmla="*/ 0 w 1963787"/>
              <a:gd name="connsiteY8" fmla="*/ 1039961 h 3178856"/>
              <a:gd name="connsiteX9" fmla="*/ 0 w 1963787"/>
              <a:gd name="connsiteY9" fmla="*/ 0 h 31788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63787" h="3178856">
                <a:moveTo>
                  <a:pt x="0" y="0"/>
                </a:moveTo>
                <a:lnTo>
                  <a:pt x="1963787" y="0"/>
                </a:lnTo>
                <a:lnTo>
                  <a:pt x="1963787" y="1967129"/>
                </a:lnTo>
                <a:lnTo>
                  <a:pt x="1963787" y="2349671"/>
                </a:lnTo>
                <a:lnTo>
                  <a:pt x="1963787" y="3178856"/>
                </a:lnTo>
                <a:lnTo>
                  <a:pt x="1963753" y="3178856"/>
                </a:lnTo>
                <a:lnTo>
                  <a:pt x="1763002" y="3168629"/>
                </a:lnTo>
                <a:cubicBezTo>
                  <a:pt x="772749" y="3067186"/>
                  <a:pt x="0" y="2223585"/>
                  <a:pt x="0" y="1197921"/>
                </a:cubicBezTo>
                <a:lnTo>
                  <a:pt x="0" y="1039961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2544706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9198F9AA-2C87-421D-97C1-B4248DFD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50" y="381000"/>
            <a:ext cx="85725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AE98FC63-C8D2-4CE6-A3F1-EE8ED2459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5750" y="1825625"/>
            <a:ext cx="85725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EED77A09-15C2-4E47-948E-AACAFCA47D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857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C0EB4A3E-32AE-4F17-9683-C4D20059ED1C}" type="datetimeFigureOut">
              <a:rPr lang="en-US" smtClean="0"/>
              <a:pPr/>
              <a:t>9/14/2023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0567522-C3B6-46EB-A361-BEC2510B00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DC57CF0-034F-450D-937C-718D5AF1A0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8008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r">
              <a:defRPr sz="1200">
                <a:solidFill>
                  <a:schemeClr val="tx2"/>
                </a:solidFill>
                <a:latin typeface="+mn-lt"/>
              </a:defRPr>
            </a:lvl1pPr>
          </a:lstStyle>
          <a:p>
            <a:fld id="{0A2FECD6-A0A0-4ED9-9B83-73F490E1A4B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7883539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0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0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0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0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0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0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0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3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Python Language &amp; Features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85800" y="381000"/>
            <a:ext cx="7524207" cy="1325563"/>
          </a:xfrm>
        </p:spPr>
        <p:txBody>
          <a:bodyPr/>
          <a:lstStyle/>
          <a:p>
            <a:r>
              <a:rPr lang="en-US" dirty="0" smtClean="0"/>
              <a:t>What is Python?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57200" y="1981201"/>
            <a:ext cx="83058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3400" y="685800"/>
            <a:ext cx="76200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609600"/>
            <a:ext cx="7334387" cy="792163"/>
          </a:xfrm>
        </p:spPr>
        <p:txBody>
          <a:bodyPr/>
          <a:lstStyle/>
          <a:p>
            <a:r>
              <a:rPr lang="en-US" dirty="0" smtClean="0"/>
              <a:t>Modes of Instruction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381000" y="1752600"/>
            <a:ext cx="8458200" cy="4191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Errors in Python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1. SYNTAX ERROR</a:t>
            </a:r>
          </a:p>
          <a:p>
            <a:r>
              <a:rPr lang="en-US" dirty="0" smtClean="0"/>
              <a:t>2. RUN TIME ERROR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81001"/>
            <a:ext cx="7676607" cy="914400"/>
          </a:xfrm>
        </p:spPr>
        <p:txBody>
          <a:bodyPr/>
          <a:lstStyle/>
          <a:p>
            <a:r>
              <a:rPr lang="en-US" dirty="0" smtClean="0"/>
              <a:t>SYNTAX ERRORS</a:t>
            </a: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524000"/>
            <a:ext cx="8229599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620" y="381001"/>
            <a:ext cx="7334387" cy="914400"/>
          </a:xfrm>
        </p:spPr>
        <p:txBody>
          <a:bodyPr/>
          <a:lstStyle/>
          <a:p>
            <a:r>
              <a:rPr lang="en-US" dirty="0" smtClean="0"/>
              <a:t>RUNTIME ERRORS</a:t>
            </a:r>
            <a:endParaRPr lang="en-U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685800" y="1600200"/>
            <a:ext cx="80772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About Python Program</a:t>
            </a:r>
            <a:endParaRPr lang="en-US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609600" y="1752600"/>
            <a:ext cx="7848600" cy="4114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Types of Comments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1. Single Line Comments</a:t>
            </a:r>
          </a:p>
          <a:p>
            <a:r>
              <a:rPr lang="en-US" dirty="0" smtClean="0"/>
              <a:t>2. </a:t>
            </a:r>
            <a:r>
              <a:rPr lang="en-US" dirty="0" err="1" smtClean="0"/>
              <a:t>Docstring</a:t>
            </a:r>
            <a:r>
              <a:rPr lang="en-US" dirty="0" smtClean="0"/>
              <a:t> Comments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Identifiers in Python</a:t>
            </a:r>
            <a:endParaRPr lang="en-US" dirty="0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85800" y="1828800"/>
            <a:ext cx="78486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620" y="381001"/>
            <a:ext cx="7334387" cy="914400"/>
          </a:xfrm>
        </p:spPr>
        <p:txBody>
          <a:bodyPr/>
          <a:lstStyle/>
          <a:p>
            <a:r>
              <a:rPr lang="en-US" sz="4400" dirty="0" smtClean="0"/>
              <a:t>RULES FOR IDENTIFIERS</a:t>
            </a:r>
            <a:endParaRPr lang="en-US" sz="4400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62001" y="1676400"/>
            <a:ext cx="7620000" cy="4038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KEYWORDS</a:t>
            </a:r>
            <a:endParaRPr lang="en-US" dirty="0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81000" y="1905000"/>
            <a:ext cx="8381999" cy="39623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Various Keywords </a:t>
            </a:r>
            <a:r>
              <a:rPr lang="en-US" smtClean="0"/>
              <a:t>in Python</a:t>
            </a:r>
            <a:endParaRPr lang="en-US"/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14400" y="1676400"/>
            <a:ext cx="76200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VARIABLES 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09600" y="1676400"/>
            <a:ext cx="80772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Chained Assignment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3400" y="3581400"/>
            <a:ext cx="8001000" cy="1554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Operators</a:t>
            </a:r>
            <a:endParaRPr lang="en-US" dirty="0"/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4800" y="3581400"/>
            <a:ext cx="81534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Operators in Python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38200" y="1981200"/>
            <a:ext cx="754380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Assignment statements in Python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14350" indent="-514350">
              <a:buAutoNum type="arabicPeriod"/>
            </a:pPr>
            <a:r>
              <a:rPr lang="en-US" dirty="0" smtClean="0"/>
              <a:t>Basic Assignment statements</a:t>
            </a:r>
          </a:p>
          <a:p>
            <a:pPr marL="514350" indent="-514350">
              <a:buAutoNum type="arabicPeriod"/>
            </a:pPr>
            <a:r>
              <a:rPr lang="en-US" dirty="0" smtClean="0"/>
              <a:t>Augmented Assignment statements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Basic Assignment Statement</a:t>
            </a:r>
            <a:endParaRPr lang="en-US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57200" y="2133600"/>
            <a:ext cx="79248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Augmented Assignment Statement</a:t>
            </a:r>
            <a:endParaRPr lang="en-US" dirty="0"/>
          </a:p>
        </p:txBody>
      </p:sp>
      <p:pic>
        <p:nvPicPr>
          <p:cNvPr id="614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3400" y="2209800"/>
            <a:ext cx="81534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US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62001" y="2057400"/>
            <a:ext cx="76200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</a:t>
            </a:r>
            <a:endParaRPr lang="en-US" dirty="0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90600" y="1981200"/>
            <a:ext cx="6477000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INDENTATION IN PYTHON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62001" y="1676400"/>
            <a:ext cx="7620000" cy="3657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85800" y="2133600"/>
            <a:ext cx="79248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Types in Python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75620" y="2017467"/>
            <a:ext cx="7506379" cy="3366815"/>
          </a:xfrm>
        </p:spPr>
        <p:txBody>
          <a:bodyPr/>
          <a:lstStyle/>
          <a:p>
            <a:r>
              <a:rPr lang="en-US" b="1" dirty="0" smtClean="0"/>
              <a:t>Data types</a:t>
            </a:r>
            <a:r>
              <a:rPr lang="en-US" dirty="0" smtClean="0"/>
              <a:t> categorize data for efficient processing in </a:t>
            </a:r>
            <a:r>
              <a:rPr lang="en-US" b="1" dirty="0" smtClean="0"/>
              <a:t>Python</a:t>
            </a:r>
            <a:r>
              <a:rPr lang="en-US" dirty="0" smtClean="0"/>
              <a:t> and all programming languages. </a:t>
            </a:r>
          </a:p>
          <a:p>
            <a:r>
              <a:rPr lang="en-US" dirty="0" smtClean="0"/>
              <a:t>They assign specific characteristics to data, enhancing accuracy and control in operations.</a:t>
            </a:r>
          </a:p>
          <a:p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 data type of the data determines 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2017467"/>
            <a:ext cx="7829007" cy="3366815"/>
          </a:xfrm>
        </p:spPr>
        <p:txBody>
          <a:bodyPr/>
          <a:lstStyle/>
          <a:p>
            <a:pPr>
              <a:buFont typeface="Wingdings" pitchFamily="2" charset="2"/>
              <a:buChar char="§"/>
            </a:pPr>
            <a:r>
              <a:rPr lang="en-US" dirty="0" smtClean="0"/>
              <a:t>  possible values it can be assigned.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 possible operations that can be performed. 	(Arithmetic operations can be applied on 	numeric data and not strings)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the format in which it is stored in the memory.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 the amount of memory allocated to store the data.</a:t>
            </a:r>
          </a:p>
          <a:p>
            <a:pPr>
              <a:buFont typeface="Arial" pitchFamily="34" charset="0"/>
              <a:buChar char="•"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143000"/>
            <a:ext cx="7334387" cy="3366815"/>
          </a:xfrm>
        </p:spPr>
        <p:txBody>
          <a:bodyPr/>
          <a:lstStyle/>
          <a:p>
            <a:r>
              <a:rPr lang="en-US" b="1" u="sng" dirty="0" smtClean="0"/>
              <a:t>Some of the built-in data types supported in Python are:-</a:t>
            </a:r>
          </a:p>
          <a:p>
            <a:endParaRPr lang="en-US" b="1" dirty="0" smtClean="0"/>
          </a:p>
          <a:p>
            <a:r>
              <a:rPr lang="en-US" b="1" dirty="0" smtClean="0"/>
              <a:t>Number</a:t>
            </a:r>
            <a:endParaRPr lang="en-US" dirty="0" smtClean="0"/>
          </a:p>
          <a:p>
            <a:r>
              <a:rPr lang="en-US" b="1" dirty="0" smtClean="0"/>
              <a:t>String</a:t>
            </a:r>
            <a:endParaRPr lang="en-US" dirty="0" smtClean="0"/>
          </a:p>
          <a:p>
            <a:r>
              <a:rPr lang="en-US" b="1" dirty="0" smtClean="0"/>
              <a:t>List</a:t>
            </a:r>
            <a:endParaRPr lang="en-US" dirty="0" smtClean="0"/>
          </a:p>
          <a:p>
            <a:r>
              <a:rPr lang="en-US" b="1" dirty="0" err="1" smtClean="0"/>
              <a:t>Tuple</a:t>
            </a:r>
            <a:endParaRPr lang="en-US" dirty="0" smtClean="0"/>
          </a:p>
          <a:p>
            <a:r>
              <a:rPr lang="en-US" b="1" dirty="0" smtClean="0"/>
              <a:t>Set</a:t>
            </a:r>
            <a:endParaRPr lang="en-US" dirty="0" smtClean="0"/>
          </a:p>
          <a:p>
            <a:r>
              <a:rPr lang="en-US" b="1" dirty="0" smtClean="0"/>
              <a:t>Dictionary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Contd</a:t>
            </a:r>
            <a:r>
              <a:rPr lang="en-US" dirty="0" smtClean="0"/>
              <a:t>….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same variable in </a:t>
            </a:r>
            <a:r>
              <a:rPr lang="en-US" b="1" dirty="0" smtClean="0"/>
              <a:t>Python</a:t>
            </a:r>
            <a:r>
              <a:rPr lang="en-US" dirty="0" smtClean="0"/>
              <a:t> can refer to data of different data types at different times.</a:t>
            </a:r>
          </a:p>
          <a:p>
            <a:r>
              <a:rPr lang="en-US" dirty="0" smtClean="0"/>
              <a:t> Thus, variables in </a:t>
            </a:r>
            <a:r>
              <a:rPr lang="en-US" b="1" dirty="0" smtClean="0"/>
              <a:t>Python</a:t>
            </a:r>
            <a:r>
              <a:rPr lang="en-US" dirty="0" smtClean="0"/>
              <a:t> are not strongly typed, implying that you don't have to explicitly declare the data type of a variable when creating it.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14400" y="2667000"/>
            <a:ext cx="6781800" cy="22138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Numbers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There are 3 different categories of Numbers in  Python.</a:t>
            </a:r>
          </a:p>
          <a:p>
            <a:pPr>
              <a:buFont typeface="Wingdings" pitchFamily="2" charset="2"/>
              <a:buChar char="§"/>
            </a:pPr>
            <a:r>
              <a:rPr lang="en-US" dirty="0" err="1" smtClean="0"/>
              <a:t>Int</a:t>
            </a:r>
            <a:r>
              <a:rPr lang="en-US" dirty="0" smtClean="0"/>
              <a:t> 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Float</a:t>
            </a:r>
          </a:p>
          <a:p>
            <a:pPr>
              <a:buFont typeface="Wingdings" pitchFamily="2" charset="2"/>
              <a:buChar char="§"/>
            </a:pPr>
            <a:r>
              <a:rPr lang="en-US" dirty="0" smtClean="0"/>
              <a:t>Complex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Int</a:t>
            </a:r>
            <a:r>
              <a:rPr lang="en-US" dirty="0" smtClean="0"/>
              <a:t>:</a:t>
            </a:r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81000" y="2133601"/>
            <a:ext cx="8534400" cy="207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Float:</a:t>
            </a:r>
            <a:endParaRPr lang="en-US" dirty="0"/>
          </a:p>
        </p:txBody>
      </p:sp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2438400"/>
            <a:ext cx="6707187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Complex:</a:t>
            </a:r>
            <a:endParaRPr lang="en-U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85800" y="2286001"/>
            <a:ext cx="7848600" cy="1886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List</a:t>
            </a:r>
            <a:endParaRPr lang="en-US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81000" y="2057400"/>
            <a:ext cx="8077200" cy="2648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371600" y="2209800"/>
            <a:ext cx="6248399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14400" y="1752600"/>
            <a:ext cx="6944188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14400" y="1676400"/>
            <a:ext cx="71628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74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38201" y="1981200"/>
            <a:ext cx="7010400" cy="3276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Sets in Python</a:t>
            </a:r>
            <a:endParaRPr lang="en-US" dirty="0"/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62000" y="1905000"/>
            <a:ext cx="76962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09600" y="1676400"/>
            <a:ext cx="7696200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/>
              <a:t>Tuple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981200"/>
            <a:ext cx="8305800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676400"/>
            <a:ext cx="80010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85800" y="1828800"/>
            <a:ext cx="79248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752600" y="1981201"/>
            <a:ext cx="5562600" cy="3276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62000" y="1752600"/>
            <a:ext cx="76200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Allows duplicate values:</a:t>
            </a:r>
            <a:endParaRPr lang="en-US" dirty="0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66800" y="2209800"/>
            <a:ext cx="7010400" cy="25907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 find </a:t>
            </a:r>
            <a:r>
              <a:rPr lang="en-US" dirty="0" err="1" smtClean="0"/>
              <a:t>Tuple</a:t>
            </a:r>
            <a:r>
              <a:rPr lang="en-US" dirty="0" smtClean="0"/>
              <a:t> length:</a:t>
            </a:r>
            <a:endParaRPr lang="en-US" dirty="0"/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66800" y="2286000"/>
            <a:ext cx="6324600" cy="2385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28600" y="762000"/>
            <a:ext cx="8382000" cy="533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620" y="381001"/>
            <a:ext cx="7334387" cy="990600"/>
          </a:xfrm>
        </p:spPr>
        <p:txBody>
          <a:bodyPr/>
          <a:lstStyle/>
          <a:p>
            <a:pPr algn="ctr"/>
            <a:r>
              <a:rPr lang="en-US" u="sng" dirty="0" smtClean="0"/>
              <a:t>Dictionary</a:t>
            </a:r>
            <a:endParaRPr lang="en-US" u="sng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3401" y="1752600"/>
            <a:ext cx="8001000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</a:t>
            </a:r>
            <a:endParaRPr lang="en-U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286000" y="2362200"/>
            <a:ext cx="44958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</a:t>
            </a:r>
            <a:endParaRPr lang="en-US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524000" y="2286000"/>
            <a:ext cx="5638800" cy="23012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thisdict</a:t>
            </a:r>
            <a:r>
              <a:rPr lang="en-US" dirty="0" smtClean="0"/>
              <a:t> = {</a:t>
            </a:r>
            <a:br>
              <a:rPr lang="en-US" dirty="0" smtClean="0"/>
            </a:br>
            <a:r>
              <a:rPr lang="en-US" dirty="0" smtClean="0"/>
              <a:t>  "brand": "Ford",</a:t>
            </a:r>
            <a:br>
              <a:rPr lang="en-US" dirty="0" smtClean="0"/>
            </a:br>
            <a:r>
              <a:rPr lang="en-US" dirty="0" smtClean="0"/>
              <a:t>  "model": "Mustang",</a:t>
            </a:r>
            <a:br>
              <a:rPr lang="en-US" dirty="0" smtClean="0"/>
            </a:br>
            <a:r>
              <a:rPr lang="en-US" dirty="0" smtClean="0"/>
              <a:t>  "year": 1964</a:t>
            </a:r>
            <a:br>
              <a:rPr lang="en-US" dirty="0" smtClean="0"/>
            </a:br>
            <a:r>
              <a:rPr lang="en-US" dirty="0" smtClean="0"/>
              <a:t>}</a:t>
            </a:r>
            <a:br>
              <a:rPr lang="en-US" dirty="0" smtClean="0"/>
            </a:br>
            <a:r>
              <a:rPr lang="en-US" dirty="0" smtClean="0"/>
              <a:t>print(</a:t>
            </a:r>
            <a:r>
              <a:rPr lang="en-US" dirty="0" err="1" smtClean="0"/>
              <a:t>thisdict</a:t>
            </a:r>
            <a:r>
              <a:rPr lang="en-US" dirty="0" smtClean="0"/>
              <a:t>["brand"])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90600" y="685800"/>
            <a:ext cx="6553200" cy="5334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38200" y="990600"/>
            <a:ext cx="7543800" cy="441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62000" y="533400"/>
            <a:ext cx="69342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Input and Output Statements</a:t>
            </a:r>
            <a:endParaRPr lang="en-US" dirty="0"/>
          </a:p>
        </p:txBody>
      </p:sp>
      <p:pic>
        <p:nvPicPr>
          <p:cNvPr id="2150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3400" y="1828800"/>
            <a:ext cx="7162800" cy="1200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609600" y="1295400"/>
            <a:ext cx="7391400" cy="388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33400" y="838200"/>
            <a:ext cx="7543800" cy="4800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</a:t>
            </a: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95400" y="2438400"/>
            <a:ext cx="6629399" cy="15248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620" y="381001"/>
            <a:ext cx="7334387" cy="990600"/>
          </a:xfrm>
        </p:spPr>
        <p:txBody>
          <a:bodyPr/>
          <a:lstStyle/>
          <a:p>
            <a:pPr algn="ctr"/>
            <a:r>
              <a:rPr lang="en-US" dirty="0" smtClean="0"/>
              <a:t>Basics of Python Programming</a:t>
            </a:r>
            <a:endParaRPr lang="en-US" dirty="0"/>
          </a:p>
        </p:txBody>
      </p:sp>
      <p:pic>
        <p:nvPicPr>
          <p:cNvPr id="2457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3400" y="1371600"/>
            <a:ext cx="8001000" cy="42672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620" y="381001"/>
            <a:ext cx="7334387" cy="838200"/>
          </a:xfrm>
        </p:spPr>
        <p:txBody>
          <a:bodyPr/>
          <a:lstStyle/>
          <a:p>
            <a:r>
              <a:rPr lang="en-US" dirty="0" smtClean="0"/>
              <a:t>Arithmetic Operators </a:t>
            </a:r>
            <a:endParaRPr lang="en-US" dirty="0"/>
          </a:p>
        </p:txBody>
      </p:sp>
      <p:pic>
        <p:nvPicPr>
          <p:cNvPr id="2560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62000" y="1295401"/>
            <a:ext cx="75438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52400" y="2286000"/>
            <a:ext cx="5943600" cy="1406101"/>
          </a:xfrm>
        </p:spPr>
        <p:txBody>
          <a:bodyPr/>
          <a:lstStyle/>
          <a:p>
            <a:r>
              <a:rPr lang="en-US" u="sng" dirty="0" smtClean="0"/>
              <a:t>Python Booleans :</a:t>
            </a:r>
          </a:p>
          <a:p>
            <a:r>
              <a:rPr lang="en-US" dirty="0" smtClean="0"/>
              <a:t>Booleans represent one of two values: True or False.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0" dirty="0" smtClean="0"/>
              <a:t>You can evaluate any expression in Python, and get one of two answers, </a:t>
            </a:r>
            <a:r>
              <a:rPr lang="en-US" sz="2800" dirty="0" smtClean="0"/>
              <a:t>True</a:t>
            </a:r>
            <a:r>
              <a:rPr lang="en-US" sz="2800" b="0" dirty="0" smtClean="0"/>
              <a:t> or </a:t>
            </a:r>
            <a:r>
              <a:rPr lang="en-US" sz="2800" dirty="0" smtClean="0"/>
              <a:t>False</a:t>
            </a:r>
            <a:r>
              <a:rPr lang="en-US" sz="2800" b="0" dirty="0" smtClean="0"/>
              <a:t>.</a:t>
            </a:r>
            <a:endParaRPr lang="en-US" sz="2800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819400" y="2438400"/>
            <a:ext cx="3124200" cy="16486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0" dirty="0" smtClean="0"/>
              <a:t>Print a message based on whether the condition is </a:t>
            </a:r>
            <a:r>
              <a:rPr lang="en-US" sz="3600" dirty="0" smtClean="0"/>
              <a:t>True</a:t>
            </a:r>
            <a:r>
              <a:rPr lang="en-US" sz="3600" b="0" dirty="0" smtClean="0"/>
              <a:t> or </a:t>
            </a:r>
            <a:r>
              <a:rPr lang="en-US" sz="3600" dirty="0" smtClean="0"/>
              <a:t>False</a:t>
            </a:r>
            <a:r>
              <a:rPr lang="en-US" sz="3600" b="0" dirty="0" smtClean="0"/>
              <a:t>:</a:t>
            </a:r>
            <a:endParaRPr lang="en-US" sz="3600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447800" y="1981200"/>
            <a:ext cx="4495995" cy="2482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62000"/>
            <a:ext cx="7334387" cy="762000"/>
          </a:xfrm>
        </p:spPr>
        <p:txBody>
          <a:bodyPr/>
          <a:lstStyle/>
          <a:p>
            <a:pPr algn="ctr"/>
            <a:r>
              <a:rPr lang="en-US" sz="3200" b="0" u="sng" dirty="0" smtClean="0"/>
              <a:t>Evaluate Values and Variables</a:t>
            </a:r>
            <a:br>
              <a:rPr lang="en-US" sz="3200" b="0" u="sng" dirty="0" smtClean="0"/>
            </a:br>
            <a:r>
              <a:rPr lang="en-US" sz="3200" u="sng" dirty="0" smtClean="0"/>
              <a:t/>
            </a:r>
            <a:br>
              <a:rPr lang="en-US" sz="3200" u="sng" dirty="0" smtClean="0"/>
            </a:br>
            <a:endParaRPr lang="en-US" sz="3200" u="sn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 </a:t>
            </a:r>
            <a:r>
              <a:rPr lang="en-US" dirty="0" err="1" smtClean="0"/>
              <a:t>bool</a:t>
            </a:r>
            <a:r>
              <a:rPr lang="en-US" dirty="0" smtClean="0"/>
              <a:t>() function allows you to evaluate any value, and give you True or False in return.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752600"/>
            <a:ext cx="7334387" cy="1325563"/>
          </a:xfrm>
        </p:spPr>
        <p:txBody>
          <a:bodyPr/>
          <a:lstStyle/>
          <a:p>
            <a:r>
              <a:rPr lang="en-US" b="0" dirty="0" smtClean="0"/>
              <a:t>Evaluate a string and a number:</a:t>
            </a:r>
            <a:br>
              <a:rPr lang="en-US" b="0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600200" y="2209800"/>
            <a:ext cx="4800600" cy="228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1447800"/>
            <a:ext cx="7334387" cy="1096963"/>
          </a:xfrm>
        </p:spPr>
        <p:txBody>
          <a:bodyPr/>
          <a:lstStyle/>
          <a:p>
            <a:r>
              <a:rPr lang="en-US" b="0" dirty="0" smtClean="0"/>
              <a:t/>
            </a:r>
            <a:br>
              <a:rPr lang="en-US" b="0" dirty="0" smtClean="0"/>
            </a:br>
            <a:r>
              <a:rPr lang="en-US" b="0" dirty="0" smtClean="0"/>
              <a:t/>
            </a:r>
            <a:br>
              <a:rPr lang="en-US" b="0" dirty="0" smtClean="0"/>
            </a:br>
            <a:r>
              <a:rPr lang="en-US" b="0" dirty="0" smtClean="0"/>
              <a:t/>
            </a:r>
            <a:br>
              <a:rPr lang="en-US" b="0" dirty="0" smtClean="0"/>
            </a:br>
            <a:r>
              <a:rPr lang="en-US" b="0" dirty="0" smtClean="0"/>
              <a:t/>
            </a:r>
            <a:br>
              <a:rPr lang="en-US" b="0" dirty="0" smtClean="0"/>
            </a:br>
            <a:r>
              <a:rPr lang="en-US" b="0" dirty="0" smtClean="0"/>
              <a:t>Evaluate two variables:</a:t>
            </a:r>
            <a:br>
              <a:rPr lang="en-US" b="0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286000" y="2133600"/>
            <a:ext cx="3886200" cy="237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US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1066800" y="2057400"/>
            <a:ext cx="6934200" cy="3276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 smtClean="0"/>
              <a:t>Some Values are False</a:t>
            </a:r>
            <a:br>
              <a:rPr lang="en-US" b="0" dirty="0" smtClean="0"/>
            </a:br>
            <a:endParaRPr lang="en-US" dirty="0"/>
          </a:p>
        </p:txBody>
      </p:sp>
      <p:pic>
        <p:nvPicPr>
          <p:cNvPr id="819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524000" y="1981201"/>
            <a:ext cx="54102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620" y="609600"/>
            <a:ext cx="7334387" cy="1096963"/>
          </a:xfrm>
        </p:spPr>
        <p:txBody>
          <a:bodyPr/>
          <a:lstStyle/>
          <a:p>
            <a:r>
              <a:rPr lang="en-US" sz="2800" b="0" dirty="0" err="1" smtClean="0"/>
              <a:t>Contd</a:t>
            </a:r>
            <a:r>
              <a:rPr lang="en-US" sz="2800" b="0" dirty="0" smtClean="0"/>
              <a:t>….</a:t>
            </a:r>
            <a:br>
              <a:rPr lang="en-US" sz="2800" b="0" dirty="0" smtClean="0"/>
            </a:br>
            <a:r>
              <a:rPr lang="en-US" sz="2800" b="0" dirty="0" smtClean="0"/>
              <a:t>if you have an object that is made from a class with a </a:t>
            </a:r>
            <a:r>
              <a:rPr lang="en-US" sz="2800" dirty="0" smtClean="0"/>
              <a:t>__</a:t>
            </a:r>
            <a:r>
              <a:rPr lang="en-US" sz="2800" dirty="0" err="1" smtClean="0"/>
              <a:t>len</a:t>
            </a:r>
            <a:r>
              <a:rPr lang="en-US" sz="2800" dirty="0" smtClean="0"/>
              <a:t>__</a:t>
            </a:r>
            <a:r>
              <a:rPr lang="en-US" sz="2800" b="0" dirty="0" smtClean="0"/>
              <a:t> function that returns </a:t>
            </a:r>
            <a:r>
              <a:rPr lang="en-US" sz="2800" dirty="0" smtClean="0"/>
              <a:t>0</a:t>
            </a:r>
            <a:r>
              <a:rPr lang="en-US" sz="2800" b="0" dirty="0" smtClean="0"/>
              <a:t> or </a:t>
            </a:r>
            <a:r>
              <a:rPr lang="en-US" sz="2800" dirty="0" smtClean="0"/>
              <a:t>False</a:t>
            </a:r>
            <a:r>
              <a:rPr lang="en-US" sz="2800" b="0" dirty="0" smtClean="0"/>
              <a:t>:</a:t>
            </a:r>
            <a:endParaRPr lang="en-US" sz="2800" dirty="0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133600" y="1981200"/>
            <a:ext cx="411480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143000"/>
            <a:ext cx="7334387" cy="1325563"/>
          </a:xfrm>
        </p:spPr>
        <p:txBody>
          <a:bodyPr/>
          <a:lstStyle/>
          <a:p>
            <a:r>
              <a:rPr lang="en-US" b="0" dirty="0" smtClean="0"/>
              <a:t/>
            </a:r>
            <a:br>
              <a:rPr lang="en-US" b="0" dirty="0" smtClean="0"/>
            </a:br>
            <a:r>
              <a:rPr lang="en-US" b="0" dirty="0" smtClean="0"/>
              <a:t>Functions can Return a Boolean</a:t>
            </a:r>
            <a:br>
              <a:rPr lang="en-US" b="0" dirty="0" smtClean="0"/>
            </a:br>
            <a:endParaRPr lang="en-US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752600" y="1981200"/>
            <a:ext cx="54102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381000" y="1600200"/>
            <a:ext cx="4953000" cy="1778000"/>
          </a:xfrm>
        </p:spPr>
        <p:txBody>
          <a:bodyPr/>
          <a:lstStyle/>
          <a:p>
            <a:r>
              <a:rPr lang="en-US" sz="3600" b="0" u="sng" dirty="0" smtClean="0"/>
              <a:t>You can execute code based on the Boolean answer of a function</a:t>
            </a:r>
            <a:endParaRPr lang="en-US" sz="3600" u="sng" dirty="0"/>
          </a:p>
        </p:txBody>
      </p:sp>
      <p:sp>
        <p:nvSpPr>
          <p:cNvPr id="6" name="Right Arrow 5"/>
          <p:cNvSpPr/>
          <p:nvPr/>
        </p:nvSpPr>
        <p:spPr>
          <a:xfrm rot="5400000">
            <a:off x="1943100" y="4152900"/>
            <a:ext cx="1676400" cy="381000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6">
                  <a:lumMod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81000"/>
            <a:ext cx="7524207" cy="1325563"/>
          </a:xfrm>
        </p:spPr>
        <p:txBody>
          <a:bodyPr/>
          <a:lstStyle/>
          <a:p>
            <a:r>
              <a:rPr lang="en-US" sz="3200" b="0" dirty="0" smtClean="0"/>
              <a:t>Print "YES!" if the function returns True, otherwise print "NO!"</a:t>
            </a:r>
            <a:endParaRPr lang="en-US" sz="3200" dirty="0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057400" y="1981200"/>
            <a:ext cx="5181600" cy="3429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Type Conversion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685800" y="2133600"/>
            <a:ext cx="7696200" cy="2514600"/>
          </a:xfrm>
        </p:spPr>
        <p:txBody>
          <a:bodyPr/>
          <a:lstStyle/>
          <a:p>
            <a:r>
              <a:rPr lang="en-US" dirty="0" smtClean="0"/>
              <a:t>The act of changing an object’s data type is known as type conversion.</a:t>
            </a:r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 Type Conversion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143000" y="2438400"/>
            <a:ext cx="6400799" cy="2571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Example:</a:t>
            </a:r>
            <a:endParaRPr lang="en-US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143000" y="2209800"/>
            <a:ext cx="6553200" cy="2362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Identity Operator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90600" y="1905000"/>
            <a:ext cx="7391399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524000"/>
            <a:ext cx="792480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81000" y="838200"/>
            <a:ext cx="76962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38200" y="1295400"/>
            <a:ext cx="7620000" cy="3886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143000" y="152400"/>
            <a:ext cx="6172200" cy="5410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u="sng" dirty="0" smtClean="0"/>
              <a:t>Note:</a:t>
            </a:r>
            <a:endParaRPr lang="en-US" u="sng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52400" y="2514600"/>
            <a:ext cx="8839200" cy="16185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Example:</a:t>
            </a:r>
            <a:endParaRPr lang="en-US" dirty="0"/>
          </a:p>
        </p:txBody>
      </p:sp>
      <p:pic>
        <p:nvPicPr>
          <p:cNvPr id="717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752600"/>
            <a:ext cx="8229600" cy="1815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209800" y="3657600"/>
            <a:ext cx="3124200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Contd</a:t>
            </a:r>
            <a:r>
              <a:rPr lang="en-US" dirty="0" smtClean="0"/>
              <a:t>….</a:t>
            </a:r>
            <a:endParaRPr lang="en-US" dirty="0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524000" y="2743200"/>
            <a:ext cx="5943600" cy="16383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04800"/>
            <a:ext cx="7334387" cy="1325563"/>
          </a:xfrm>
        </p:spPr>
        <p:txBody>
          <a:bodyPr/>
          <a:lstStyle/>
          <a:p>
            <a:r>
              <a:rPr lang="en-US" dirty="0" smtClean="0"/>
              <a:t>Operator precedence</a:t>
            </a:r>
            <a:endParaRPr lang="en-US" dirty="0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04800" y="1828800"/>
            <a:ext cx="83058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US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38200" y="1905000"/>
            <a:ext cx="7543800" cy="3352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Operator precedence </a:t>
            </a:r>
            <a:endParaRPr lang="en-US" dirty="0"/>
          </a:p>
        </p:txBody>
      </p:sp>
      <p:pic>
        <p:nvPicPr>
          <p:cNvPr id="1126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914400" y="1981200"/>
            <a:ext cx="670560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US" dirty="0"/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447800" y="1905000"/>
            <a:ext cx="63246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</a:t>
            </a:r>
            <a:endParaRPr lang="en-US" dirty="0"/>
          </a:p>
        </p:txBody>
      </p:sp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90601" y="2514600"/>
            <a:ext cx="7162800" cy="154865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Contd</a:t>
            </a:r>
            <a:r>
              <a:rPr lang="en-US" sz="1400" dirty="0" smtClean="0"/>
              <a:t>…</a:t>
            </a:r>
            <a:br>
              <a:rPr lang="en-US" sz="1400" dirty="0" smtClean="0"/>
            </a:br>
            <a:r>
              <a:rPr lang="en-US" sz="1400" smtClean="0"/>
              <a:t>(Note: - instead </a:t>
            </a:r>
            <a:r>
              <a:rPr lang="en-US" sz="1400" dirty="0" smtClean="0"/>
              <a:t>of 82.0, use 32.0 in below written code)</a:t>
            </a:r>
            <a:endParaRPr lang="en-US" sz="1400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828800"/>
            <a:ext cx="914400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US" dirty="0"/>
          </a:p>
        </p:txBody>
      </p:sp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0" y="2209800"/>
            <a:ext cx="9144000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875620" y="381001"/>
            <a:ext cx="7334387" cy="685800"/>
          </a:xfrm>
        </p:spPr>
        <p:txBody>
          <a:bodyPr/>
          <a:lstStyle/>
          <a:p>
            <a:r>
              <a:rPr lang="en-US" dirty="0" smtClean="0"/>
              <a:t>For loop example: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066800" y="1219200"/>
            <a:ext cx="5943600" cy="220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9200" y="3886200"/>
            <a:ext cx="4343400" cy="206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066800"/>
            <a:ext cx="7334387" cy="838200"/>
          </a:xfrm>
        </p:spPr>
        <p:txBody>
          <a:bodyPr/>
          <a:lstStyle/>
          <a:p>
            <a:r>
              <a:rPr lang="en-US" sz="3200" dirty="0" smtClean="0"/>
              <a:t>If else example:</a:t>
            </a:r>
            <a:r>
              <a:rPr lang="en-US" sz="1800" dirty="0" smtClean="0"/>
              <a:t/>
            </a:r>
            <a:br>
              <a:rPr lang="en-US" sz="1800" dirty="0" smtClean="0"/>
            </a:br>
            <a:r>
              <a:rPr lang="en-US" sz="1800" dirty="0" smtClean="0"/>
              <a:t>Python program to calculate the sum of numbers from 1 to a user-defined positive integer using If else.</a:t>
            </a:r>
            <a:endParaRPr lang="en-US" sz="1800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38200" y="2362200"/>
            <a:ext cx="6934200" cy="3047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Contd</a:t>
            </a:r>
            <a:r>
              <a:rPr lang="en-US" dirty="0" smtClean="0"/>
              <a:t>…. </a:t>
            </a:r>
            <a:br>
              <a:rPr lang="en-US" dirty="0" smtClean="0"/>
            </a:br>
            <a:r>
              <a:rPr lang="en-US" dirty="0" smtClean="0"/>
              <a:t>Output:-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4294967295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62000" y="2590800"/>
            <a:ext cx="73152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620" y="381001"/>
            <a:ext cx="7334387" cy="533400"/>
          </a:xfrm>
        </p:spPr>
        <p:txBody>
          <a:bodyPr/>
          <a:lstStyle/>
          <a:p>
            <a:r>
              <a:rPr lang="en-US" dirty="0" smtClean="0"/>
              <a:t>Logical Operator</a:t>
            </a:r>
            <a:endParaRPr lang="en-US" dirty="0"/>
          </a:p>
        </p:txBody>
      </p:sp>
      <p:pic>
        <p:nvPicPr>
          <p:cNvPr id="102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3400" y="1676400"/>
            <a:ext cx="8229600" cy="32765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381000"/>
            <a:ext cx="7600407" cy="1325563"/>
          </a:xfrm>
        </p:spPr>
        <p:txBody>
          <a:bodyPr/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US" dirty="0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33400" y="1905000"/>
            <a:ext cx="8077200" cy="358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62000" y="381000"/>
            <a:ext cx="7448007" cy="1325563"/>
          </a:xfrm>
        </p:spPr>
        <p:txBody>
          <a:bodyPr/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US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381000" y="1905000"/>
            <a:ext cx="815340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err="1" smtClean="0"/>
              <a:t>Contd</a:t>
            </a:r>
            <a:r>
              <a:rPr lang="en-US" dirty="0" smtClean="0"/>
              <a:t>…</a:t>
            </a:r>
            <a:br>
              <a:rPr lang="en-US" dirty="0" smtClean="0"/>
            </a:br>
            <a:r>
              <a:rPr lang="en-US" sz="3200" dirty="0" smtClean="0"/>
              <a:t>Syntax for If-else statement:</a:t>
            </a:r>
            <a:endParaRPr lang="en-US" sz="3200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38200" y="2057400"/>
            <a:ext cx="723900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br>
              <a:rPr lang="en-US" dirty="0" smtClean="0"/>
            </a:br>
            <a:r>
              <a:rPr lang="en-US" sz="2400" u="sng" dirty="0" smtClean="0"/>
              <a:t>Example:</a:t>
            </a:r>
            <a:endParaRPr lang="en-US" sz="2400" u="sng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838200" y="2133600"/>
            <a:ext cx="73914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5620" y="381001"/>
            <a:ext cx="7334387" cy="685800"/>
          </a:xfrm>
        </p:spPr>
        <p:txBody>
          <a:bodyPr/>
          <a:lstStyle/>
          <a:p>
            <a:pPr algn="ctr"/>
            <a:r>
              <a:rPr lang="en-US" sz="4000" u="sng" dirty="0" smtClean="0"/>
              <a:t>Problem statement</a:t>
            </a:r>
            <a:endParaRPr lang="en-US" sz="4000" u="sng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81000" y="1371600"/>
            <a:ext cx="8001000" cy="3962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US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990600" y="2209800"/>
            <a:ext cx="6857999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85800" y="381000"/>
            <a:ext cx="7524207" cy="1325563"/>
          </a:xfrm>
        </p:spPr>
        <p:txBody>
          <a:bodyPr/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r>
              <a:rPr lang="en-US" u="sng" dirty="0" smtClean="0"/>
              <a:t/>
            </a:r>
            <a:br>
              <a:rPr lang="en-US" u="sng" dirty="0" smtClean="0"/>
            </a:br>
            <a:r>
              <a:rPr lang="en-US" u="sng" dirty="0" smtClean="0"/>
              <a:t>Solution:</a:t>
            </a:r>
            <a:endParaRPr lang="en-US" u="sng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835479" y="2438400"/>
            <a:ext cx="5728781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 smtClean="0"/>
              <a:t>Problem statement</a:t>
            </a:r>
            <a:endParaRPr lang="en-US" u="sng" dirty="0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381000" y="2133600"/>
            <a:ext cx="8077199" cy="1752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br>
              <a:rPr lang="en-US" dirty="0" smtClean="0"/>
            </a:br>
            <a:r>
              <a:rPr lang="en-US" sz="2400" u="sng" dirty="0" smtClean="0"/>
              <a:t>Solution:</a:t>
            </a:r>
            <a:endParaRPr lang="en-US" sz="2400" u="sng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95400" y="2286000"/>
            <a:ext cx="6477000" cy="34992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u="sng" dirty="0" smtClean="0"/>
              <a:t>Problem statement</a:t>
            </a:r>
            <a:endParaRPr lang="en-US" u="sng" dirty="0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57200" y="1981200"/>
            <a:ext cx="8305800" cy="15248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Contd</a:t>
            </a:r>
            <a:r>
              <a:rPr lang="en-US" dirty="0" smtClean="0"/>
              <a:t>…</a:t>
            </a:r>
            <a:endParaRPr lang="en-US" dirty="0"/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1295400" y="2126971"/>
            <a:ext cx="5562600" cy="3405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Solution:</a:t>
            </a:r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71601" y="2590800"/>
            <a:ext cx="5791200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Logical Not</a:t>
            </a:r>
            <a:endParaRPr lang="en-US" dirty="0"/>
          </a:p>
        </p:txBody>
      </p:sp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2133600"/>
            <a:ext cx="7162800" cy="304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Contd</a:t>
            </a:r>
            <a:r>
              <a:rPr lang="en-US" smtClean="0"/>
              <a:t>…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14400" y="2133600"/>
            <a:ext cx="7391399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Universal Color Block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0068FF"/>
      </a:accent1>
      <a:accent2>
        <a:srgbClr val="DAE5EF"/>
      </a:accent2>
      <a:accent3>
        <a:srgbClr val="637183"/>
      </a:accent3>
      <a:accent4>
        <a:srgbClr val="434E5E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75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Universal Color Block_Win32_AP_v2" id="{3EA4D81A-EBDE-431D-8B15-A5A6F500D5A4}" vid="{8EBF5489-0BE1-418D-A69C-2193D304C7E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3062</TotalTime>
  <Words>329</Words>
  <Application>Microsoft Office PowerPoint</Application>
  <PresentationFormat>On-screen Show (4:3)</PresentationFormat>
  <Paragraphs>125</Paragraphs>
  <Slides>109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109</vt:i4>
      </vt:variant>
    </vt:vector>
  </HeadingPairs>
  <TitlesOfParts>
    <vt:vector size="110" baseType="lpstr">
      <vt:lpstr>Theme1</vt:lpstr>
      <vt:lpstr>Python Language &amp; Features</vt:lpstr>
      <vt:lpstr>What is Python?</vt:lpstr>
      <vt:lpstr>Slide 3</vt:lpstr>
      <vt:lpstr>Modes of Instruction</vt:lpstr>
      <vt:lpstr>Errors in Python</vt:lpstr>
      <vt:lpstr>SYNTAX ERRORS</vt:lpstr>
      <vt:lpstr>RUNTIME ERRORS</vt:lpstr>
      <vt:lpstr>About Python Program</vt:lpstr>
      <vt:lpstr>Types of Comments</vt:lpstr>
      <vt:lpstr>Identifiers in Python</vt:lpstr>
      <vt:lpstr>RULES FOR IDENTIFIERS</vt:lpstr>
      <vt:lpstr>KEYWORDS</vt:lpstr>
      <vt:lpstr>Various Keywords in Python</vt:lpstr>
      <vt:lpstr>VARIABLES </vt:lpstr>
      <vt:lpstr>Chained Assignment</vt:lpstr>
      <vt:lpstr>Operators</vt:lpstr>
      <vt:lpstr>Operators in Python</vt:lpstr>
      <vt:lpstr>Assignment statements in Python</vt:lpstr>
      <vt:lpstr>Basic Assignment Statement</vt:lpstr>
      <vt:lpstr>Augmented Assignment Statement</vt:lpstr>
      <vt:lpstr>Contd…</vt:lpstr>
      <vt:lpstr>Example:</vt:lpstr>
      <vt:lpstr>INDENTATION IN PYTHON</vt:lpstr>
      <vt:lpstr>Example:</vt:lpstr>
      <vt:lpstr>Data Types in Python</vt:lpstr>
      <vt:lpstr>The data type of the data determines :</vt:lpstr>
      <vt:lpstr>Slide 27</vt:lpstr>
      <vt:lpstr>Contd….</vt:lpstr>
      <vt:lpstr>Example:</vt:lpstr>
      <vt:lpstr>Numbers</vt:lpstr>
      <vt:lpstr>Int:</vt:lpstr>
      <vt:lpstr>Float:</vt:lpstr>
      <vt:lpstr>Complex:</vt:lpstr>
      <vt:lpstr>List</vt:lpstr>
      <vt:lpstr>Slide 35</vt:lpstr>
      <vt:lpstr>Slide 36</vt:lpstr>
      <vt:lpstr>Slide 37</vt:lpstr>
      <vt:lpstr>Slide 38</vt:lpstr>
      <vt:lpstr>Sets in Python</vt:lpstr>
      <vt:lpstr>Contd…</vt:lpstr>
      <vt:lpstr>Tuple</vt:lpstr>
      <vt:lpstr>Slide 42</vt:lpstr>
      <vt:lpstr>Slide 43</vt:lpstr>
      <vt:lpstr>Slide 44</vt:lpstr>
      <vt:lpstr>Slide 45</vt:lpstr>
      <vt:lpstr>Allows duplicate values:</vt:lpstr>
      <vt:lpstr>To find Tuple length:</vt:lpstr>
      <vt:lpstr>Slide 48</vt:lpstr>
      <vt:lpstr>Dictionary</vt:lpstr>
      <vt:lpstr>Example:</vt:lpstr>
      <vt:lpstr>Example:</vt:lpstr>
      <vt:lpstr>Slide 52</vt:lpstr>
      <vt:lpstr>Slide 53</vt:lpstr>
      <vt:lpstr>Slide 54</vt:lpstr>
      <vt:lpstr>Slide 55</vt:lpstr>
      <vt:lpstr>Input and Output Statements</vt:lpstr>
      <vt:lpstr>Slide 57</vt:lpstr>
      <vt:lpstr>Slide 58</vt:lpstr>
      <vt:lpstr>Example:</vt:lpstr>
      <vt:lpstr>Basics of Python Programming</vt:lpstr>
      <vt:lpstr>Arithmetic Operators </vt:lpstr>
      <vt:lpstr>Slide 62</vt:lpstr>
      <vt:lpstr>You can evaluate any expression in Python, and get one of two answers, True or False.</vt:lpstr>
      <vt:lpstr>Print a message based on whether the condition is True or False:</vt:lpstr>
      <vt:lpstr>Evaluate Values and Variables  </vt:lpstr>
      <vt:lpstr>Evaluate a string and a number:  </vt:lpstr>
      <vt:lpstr>    Evaluate two variables:  </vt:lpstr>
      <vt:lpstr>Contd…</vt:lpstr>
      <vt:lpstr>Some Values are False </vt:lpstr>
      <vt:lpstr>Contd…. if you have an object that is made from a class with a __len__ function that returns 0 or False:</vt:lpstr>
      <vt:lpstr> Functions can Return a Boolean </vt:lpstr>
      <vt:lpstr>You can execute code based on the Boolean answer of a function</vt:lpstr>
      <vt:lpstr>Print "YES!" if the function returns True, otherwise print "NO!"</vt:lpstr>
      <vt:lpstr>Data Type Conversion</vt:lpstr>
      <vt:lpstr>Data Type Conversion</vt:lpstr>
      <vt:lpstr>Example:</vt:lpstr>
      <vt:lpstr>Identity Operator</vt:lpstr>
      <vt:lpstr>Slide 78</vt:lpstr>
      <vt:lpstr>Slide 79</vt:lpstr>
      <vt:lpstr>Slide 80</vt:lpstr>
      <vt:lpstr>Slide 81</vt:lpstr>
      <vt:lpstr>Note:</vt:lpstr>
      <vt:lpstr>Example:</vt:lpstr>
      <vt:lpstr>Contd….</vt:lpstr>
      <vt:lpstr>Operator precedence</vt:lpstr>
      <vt:lpstr>Contd…</vt:lpstr>
      <vt:lpstr>Operator precedence </vt:lpstr>
      <vt:lpstr>Contd…</vt:lpstr>
      <vt:lpstr>Question</vt:lpstr>
      <vt:lpstr>Contd… (Note: - instead of 82.0, use 32.0 in below written code)</vt:lpstr>
      <vt:lpstr>Contd…</vt:lpstr>
      <vt:lpstr>For loop example:</vt:lpstr>
      <vt:lpstr>If else example: Python program to calculate the sum of numbers from 1 to a user-defined positive integer using If else.</vt:lpstr>
      <vt:lpstr>Contd….  Output:-</vt:lpstr>
      <vt:lpstr>Logical Operator</vt:lpstr>
      <vt:lpstr>Contd…</vt:lpstr>
      <vt:lpstr>Contd…</vt:lpstr>
      <vt:lpstr> Contd… Syntax for If-else statement:</vt:lpstr>
      <vt:lpstr>Contd… Example:</vt:lpstr>
      <vt:lpstr>Problem statement</vt:lpstr>
      <vt:lpstr>Contd…</vt:lpstr>
      <vt:lpstr>Contd… Solution:</vt:lpstr>
      <vt:lpstr>Problem statement</vt:lpstr>
      <vt:lpstr>Contd… Solution:</vt:lpstr>
      <vt:lpstr>Problem statement</vt:lpstr>
      <vt:lpstr>Contd…</vt:lpstr>
      <vt:lpstr>Solution:</vt:lpstr>
      <vt:lpstr>Logical Not</vt:lpstr>
      <vt:lpstr>Contd…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ADMIN</cp:lastModifiedBy>
  <cp:revision>78</cp:revision>
  <dcterms:created xsi:type="dcterms:W3CDTF">2023-08-25T06:58:55Z</dcterms:created>
  <dcterms:modified xsi:type="dcterms:W3CDTF">2023-09-14T06:48:00Z</dcterms:modified>
</cp:coreProperties>
</file>