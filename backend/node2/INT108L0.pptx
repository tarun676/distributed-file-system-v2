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2"/>
  </p:notesMasterIdLst>
  <p:sldIdLst>
    <p:sldId id="256" r:id="rId2"/>
    <p:sldId id="257" r:id="rId3"/>
    <p:sldId id="259" r:id="rId4"/>
    <p:sldId id="258" r:id="rId5"/>
    <p:sldId id="283" r:id="rId6"/>
    <p:sldId id="278" r:id="rId7"/>
    <p:sldId id="281" r:id="rId8"/>
    <p:sldId id="280" r:id="rId9"/>
    <p:sldId id="279" r:id="rId10"/>
    <p:sldId id="282" r:id="rId11"/>
    <p:sldId id="285" r:id="rId12"/>
    <p:sldId id="284"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Lst>
  <p:sldSz cx="9144000" cy="6858000" type="screen4x3"/>
  <p:notesSz cx="6858000" cy="9144000"/>
  <p:embeddedFontLst>
    <p:embeddedFont>
      <p:font typeface="Calibri" panose="020F0502020204030204" pitchFamily="34" charset="0"/>
      <p:regular r:id="rId33"/>
      <p:bold r:id="rId34"/>
      <p:italic r:id="rId35"/>
      <p:boldItalic r:id="rId36"/>
    </p:embeddedFont>
    <p:embeddedFont>
      <p:font typeface="Libre Baskerville" panose="02000000000000000000" pitchFamily="2" charset="0"/>
      <p:regular r:id="rId37"/>
      <p:bold r:id="rId38"/>
      <p:italic r:id="rId39"/>
    </p:embeddedFont>
    <p:embeddedFont>
      <p:font typeface="Libre Franklin" panose="02000000000000000000" pitchFamily="2"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4" roundtripDataSignature="AMtx7mgm5bCrCN4wOCBucv/yl8uM9rGba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968CECF-D994-4761-80F2-84F15F6AF3F2}">
  <a:tblStyle styleId="{C968CECF-D994-4761-80F2-84F15F6AF3F2}"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9" Type="http://schemas.openxmlformats.org/officeDocument/2006/relationships/font" Target="fonts/font7.fntdata"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font" Target="fonts/font2.fntdata" /><Relationship Id="rId42" Type="http://schemas.openxmlformats.org/officeDocument/2006/relationships/font" Target="fonts/font10.fntdata" /><Relationship Id="rId47" Type="http://schemas.openxmlformats.org/officeDocument/2006/relationships/theme" Target="theme/theme1.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font" Target="fonts/font1.fntdata" /><Relationship Id="rId38" Type="http://schemas.openxmlformats.org/officeDocument/2006/relationships/font" Target="fonts/font6.fntdata" /><Relationship Id="rId46" Type="http://schemas.openxmlformats.org/officeDocument/2006/relationships/viewProps" Target="viewProp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41" Type="http://schemas.openxmlformats.org/officeDocument/2006/relationships/font" Target="fonts/font9.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notesMaster" Target="notesMasters/notesMaster1.xml" /><Relationship Id="rId37" Type="http://schemas.openxmlformats.org/officeDocument/2006/relationships/font" Target="fonts/font5.fntdata" /><Relationship Id="rId40" Type="http://schemas.openxmlformats.org/officeDocument/2006/relationships/font" Target="fonts/font8.fntdata" /><Relationship Id="rId45" Type="http://schemas.openxmlformats.org/officeDocument/2006/relationships/presProps" Target="presProp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font" Target="fonts/font4.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4" Type="http://customschemas.google.com/relationships/presentationmetadata" Target="meta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font" Target="fonts/font3.fntdata" /><Relationship Id="rId43" Type="http://schemas.openxmlformats.org/officeDocument/2006/relationships/font" Target="fonts/font11.fntdata" /><Relationship Id="rId48" Type="http://schemas.openxmlformats.org/officeDocument/2006/relationships/tableStyles" Target="tableStyle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 /><Relationship Id="rId1" Type="http://schemas.openxmlformats.org/officeDocument/2006/relationships/notesMaster" Target="../notesMasters/notesMaster1.xml" /></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 /><Relationship Id="rId1" Type="http://schemas.openxmlformats.org/officeDocument/2006/relationships/notesMaster" Target="../notesMasters/notesMaster1.xml" /></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 /><Relationship Id="rId1" Type="http://schemas.openxmlformats.org/officeDocument/2006/relationships/notesMaster" Target="../notesMasters/notesMaster1.xml" /></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 /><Relationship Id="rId1" Type="http://schemas.openxmlformats.org/officeDocument/2006/relationships/notesMaster" Target="../notesMasters/notesMaster1.xml" /></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 /><Relationship Id="rId1" Type="http://schemas.openxmlformats.org/officeDocument/2006/relationships/notesMaster" Target="../notesMasters/notesMaster1.xml" /></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3" name="Google Shape;103;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miter lim="800000"/>
            <a:headEnd type="none" w="sm" len="sm"/>
            <a:tailEnd type="none" w="sm" len="sm"/>
          </a:ln>
        </p:spPr>
      </p:sp>
      <p:sp>
        <p:nvSpPr>
          <p:cNvPr id="109" name="Google Shape;109;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2</a:t>
            </a:fld>
            <a:endParaRPr sz="1200" b="0" i="0" u="none" strike="noStrike" cap="none">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5" name="Google Shape;125;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p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1" name="Google Shape;131;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7" name="Google Shape;137;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p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3" name="Google Shape;143;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0" name="Google Shape;150;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1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2" name="Google Shape;162;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1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1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0" name="Google Shape;180;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2" name="Google Shape;192;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1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8" name="Google Shape;19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4" name="Google Shape;20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1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0" name="Google Shape;210;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p23: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2" name="Google Shape;222;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24: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8" name="Google Shape;228;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2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4" name="Google Shape;23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blipFill rotWithShape="1">
          <a:blip r:embed="rId2">
            <a:alphaModFix/>
          </a:blip>
          <a:tile tx="0" ty="0" sx="55000" sy="55000" flip="none" algn="tl"/>
        </a:blipFill>
        <a:effectLst/>
      </p:bgPr>
    </p:bg>
    <p:spTree>
      <p:nvGrpSpPr>
        <p:cNvPr id="1" name="Shape 17"/>
        <p:cNvGrpSpPr/>
        <p:nvPr/>
      </p:nvGrpSpPr>
      <p:grpSpPr>
        <a:xfrm>
          <a:off x="0" y="0"/>
          <a:ext cx="0" cy="0"/>
          <a:chOff x="0" y="0"/>
          <a:chExt cx="0" cy="0"/>
        </a:xfrm>
      </p:grpSpPr>
      <p:sp>
        <p:nvSpPr>
          <p:cNvPr id="18" name="Google Shape;18;p29"/>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9" name="Google Shape;19;p29"/>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0" name="Google Shape;20;p29"/>
          <p:cNvSpPr txBox="1">
            <a:spLocks noGrp="1"/>
          </p:cNvSpPr>
          <p:nvPr>
            <p:ph type="subTitle" idx="1"/>
          </p:nvPr>
        </p:nvSpPr>
        <p:spPr>
          <a:xfrm>
            <a:off x="1295400" y="3200400"/>
            <a:ext cx="6400800" cy="1600200"/>
          </a:xfrm>
          <a:prstGeom prst="rect">
            <a:avLst/>
          </a:prstGeom>
          <a:noFill/>
          <a:ln>
            <a:noFill/>
          </a:ln>
        </p:spPr>
        <p:txBody>
          <a:bodyPr spcFirstLastPara="1" wrap="square" lIns="91425" tIns="45700" rIns="91425" bIns="45700" anchor="t" anchorCtr="0">
            <a:normAutofit/>
          </a:bodyPr>
          <a:lstStyle>
            <a:lvl1pPr lvl="0" algn="ctr">
              <a:spcBef>
                <a:spcPts val="580"/>
              </a:spcBef>
              <a:spcAft>
                <a:spcPts val="0"/>
              </a:spcAft>
              <a:buSzPts val="2210"/>
              <a:buNone/>
              <a:defRPr sz="2600">
                <a:solidFill>
                  <a:schemeClr val="dk2"/>
                </a:solidFill>
              </a:defRPr>
            </a:lvl1pPr>
            <a:lvl2pPr lvl="1" algn="ctr">
              <a:spcBef>
                <a:spcPts val="370"/>
              </a:spcBef>
              <a:spcAft>
                <a:spcPts val="0"/>
              </a:spcAft>
              <a:buSzPts val="1530"/>
              <a:buNone/>
              <a:defRPr/>
            </a:lvl2pPr>
            <a:lvl3pPr lvl="2" algn="ctr">
              <a:spcBef>
                <a:spcPts val="370"/>
              </a:spcBef>
              <a:spcAft>
                <a:spcPts val="0"/>
              </a:spcAft>
              <a:buSzPts val="1530"/>
              <a:buNone/>
              <a:defRPr/>
            </a:lvl3pPr>
            <a:lvl4pPr lvl="3" algn="ctr">
              <a:spcBef>
                <a:spcPts val="370"/>
              </a:spcBef>
              <a:spcAft>
                <a:spcPts val="0"/>
              </a:spcAft>
              <a:buSzPts val="1440"/>
              <a:buNone/>
              <a:defRPr/>
            </a:lvl4pPr>
            <a:lvl5pPr lvl="4" algn="ctr">
              <a:spcBef>
                <a:spcPts val="370"/>
              </a:spcBef>
              <a:spcAft>
                <a:spcPts val="0"/>
              </a:spcAft>
              <a:buSzPts val="1800"/>
              <a:buNone/>
              <a:defRPr/>
            </a:lvl5pPr>
            <a:lvl6pPr lvl="5" algn="ctr">
              <a:spcBef>
                <a:spcPts val="370"/>
              </a:spcBef>
              <a:spcAft>
                <a:spcPts val="0"/>
              </a:spcAft>
              <a:buSzPts val="1800"/>
              <a:buNone/>
              <a:defRPr/>
            </a:lvl6pPr>
            <a:lvl7pPr lvl="6" algn="ctr">
              <a:spcBef>
                <a:spcPts val="370"/>
              </a:spcBef>
              <a:spcAft>
                <a:spcPts val="0"/>
              </a:spcAft>
              <a:buSzPts val="1800"/>
              <a:buNone/>
              <a:defRPr/>
            </a:lvl7pPr>
            <a:lvl8pPr lvl="7" algn="ctr">
              <a:spcBef>
                <a:spcPts val="370"/>
              </a:spcBef>
              <a:spcAft>
                <a:spcPts val="0"/>
              </a:spcAft>
              <a:buSzPts val="1800"/>
              <a:buNone/>
              <a:defRPr/>
            </a:lvl8pPr>
            <a:lvl9pPr lvl="8" algn="ctr">
              <a:spcBef>
                <a:spcPts val="370"/>
              </a:spcBef>
              <a:spcAft>
                <a:spcPts val="0"/>
              </a:spcAft>
              <a:buSzPts val="1800"/>
              <a:buNone/>
              <a:defRPr/>
            </a:lvl9pPr>
          </a:lstStyle>
          <a:p>
            <a:endParaRPr/>
          </a:p>
        </p:txBody>
      </p:sp>
      <p:sp>
        <p:nvSpPr>
          <p:cNvPr id="21" name="Google Shape;21;p2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sz="1400" b="0" i="0" u="none" strike="noStrike" cap="none">
                <a:solidFill>
                  <a:srgbClr val="FFFFFF"/>
                </a:solidFill>
                <a:latin typeface="Libre Franklin"/>
                <a:ea typeface="Libre Franklin"/>
                <a:cs typeface="Libre Franklin"/>
                <a:sym typeface="Libre Franklin"/>
              </a:defRPr>
            </a:lvl1pPr>
            <a:lvl2pPr marL="0" lvl="1" indent="0" algn="ctr">
              <a:spcBef>
                <a:spcPts val="0"/>
              </a:spcBef>
              <a:buNone/>
              <a:defRPr sz="1400" b="0" i="0" u="none" strike="noStrike" cap="none">
                <a:solidFill>
                  <a:srgbClr val="FFFFFF"/>
                </a:solidFill>
                <a:latin typeface="Libre Franklin"/>
                <a:ea typeface="Libre Franklin"/>
                <a:cs typeface="Libre Franklin"/>
                <a:sym typeface="Libre Franklin"/>
              </a:defRPr>
            </a:lvl2pPr>
            <a:lvl3pPr marL="0" lvl="2" indent="0" algn="ctr">
              <a:spcBef>
                <a:spcPts val="0"/>
              </a:spcBef>
              <a:buNone/>
              <a:defRPr sz="1400" b="0" i="0" u="none" strike="noStrike" cap="none">
                <a:solidFill>
                  <a:srgbClr val="FFFFFF"/>
                </a:solidFill>
                <a:latin typeface="Libre Franklin"/>
                <a:ea typeface="Libre Franklin"/>
                <a:cs typeface="Libre Franklin"/>
                <a:sym typeface="Libre Franklin"/>
              </a:defRPr>
            </a:lvl3pPr>
            <a:lvl4pPr marL="0" lvl="3" indent="0" algn="ctr">
              <a:spcBef>
                <a:spcPts val="0"/>
              </a:spcBef>
              <a:buNone/>
              <a:defRPr sz="1400" b="0" i="0" u="none" strike="noStrike" cap="none">
                <a:solidFill>
                  <a:srgbClr val="FFFFFF"/>
                </a:solidFill>
                <a:latin typeface="Libre Franklin"/>
                <a:ea typeface="Libre Franklin"/>
                <a:cs typeface="Libre Franklin"/>
                <a:sym typeface="Libre Franklin"/>
              </a:defRPr>
            </a:lvl4pPr>
            <a:lvl5pPr marL="0" lvl="4" indent="0" algn="ctr">
              <a:spcBef>
                <a:spcPts val="0"/>
              </a:spcBef>
              <a:buNone/>
              <a:defRPr sz="1400" b="0" i="0" u="none" strike="noStrike" cap="none">
                <a:solidFill>
                  <a:srgbClr val="FFFFFF"/>
                </a:solidFill>
                <a:latin typeface="Libre Franklin"/>
                <a:ea typeface="Libre Franklin"/>
                <a:cs typeface="Libre Franklin"/>
                <a:sym typeface="Libre Franklin"/>
              </a:defRPr>
            </a:lvl5pPr>
            <a:lvl6pPr marL="0" lvl="5" indent="0" algn="ctr">
              <a:spcBef>
                <a:spcPts val="0"/>
              </a:spcBef>
              <a:buNone/>
              <a:defRPr sz="1400" b="0" i="0" u="none" strike="noStrike" cap="none">
                <a:solidFill>
                  <a:srgbClr val="FFFFFF"/>
                </a:solidFill>
                <a:latin typeface="Libre Franklin"/>
                <a:ea typeface="Libre Franklin"/>
                <a:cs typeface="Libre Franklin"/>
                <a:sym typeface="Libre Franklin"/>
              </a:defRPr>
            </a:lvl6pPr>
            <a:lvl7pPr marL="0" lvl="6" indent="0" algn="ctr">
              <a:spcBef>
                <a:spcPts val="0"/>
              </a:spcBef>
              <a:buNone/>
              <a:defRPr sz="1400" b="0" i="0" u="none" strike="noStrike" cap="none">
                <a:solidFill>
                  <a:srgbClr val="FFFFFF"/>
                </a:solidFill>
                <a:latin typeface="Libre Franklin"/>
                <a:ea typeface="Libre Franklin"/>
                <a:cs typeface="Libre Franklin"/>
                <a:sym typeface="Libre Franklin"/>
              </a:defRPr>
            </a:lvl7pPr>
            <a:lvl8pPr marL="0" lvl="7" indent="0" algn="ctr">
              <a:spcBef>
                <a:spcPts val="0"/>
              </a:spcBef>
              <a:buNone/>
              <a:defRPr sz="1400" b="0" i="0" u="none" strike="noStrike" cap="none">
                <a:solidFill>
                  <a:srgbClr val="FFFFFF"/>
                </a:solidFill>
                <a:latin typeface="Libre Franklin"/>
                <a:ea typeface="Libre Franklin"/>
                <a:cs typeface="Libre Franklin"/>
                <a:sym typeface="Libre Franklin"/>
              </a:defRPr>
            </a:lvl8pPr>
            <a:lvl9pPr marL="0" lvl="8" indent="0" algn="ctr">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IN"/>
              <a:t>‹#›</a:t>
            </a:fld>
            <a:endParaRPr/>
          </a:p>
        </p:txBody>
      </p:sp>
      <p:sp>
        <p:nvSpPr>
          <p:cNvPr id="24" name="Google Shape;24;p29"/>
          <p:cNvSpPr/>
          <p:nvPr/>
        </p:nvSpPr>
        <p:spPr>
          <a:xfrm>
            <a:off x="62931" y="1449303"/>
            <a:ext cx="9021537" cy="152734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5" name="Google Shape;25;p29"/>
          <p:cNvSpPr/>
          <p:nvPr/>
        </p:nvSpPr>
        <p:spPr>
          <a:xfrm>
            <a:off x="62931" y="1396720"/>
            <a:ext cx="9021537" cy="120580"/>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6" name="Google Shape;26;p29"/>
          <p:cNvSpPr/>
          <p:nvPr/>
        </p:nvSpPr>
        <p:spPr>
          <a:xfrm>
            <a:off x="62931" y="2976649"/>
            <a:ext cx="9021537" cy="110532"/>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27" name="Google Shape;27;p29"/>
          <p:cNvSpPr txBox="1">
            <a:spLocks noGrp="1"/>
          </p:cNvSpPr>
          <p:nvPr>
            <p:ph type="ctrTitle"/>
          </p:nvPr>
        </p:nvSpPr>
        <p:spPr>
          <a:xfrm>
            <a:off x="457200" y="1505930"/>
            <a:ext cx="8229600" cy="1470025"/>
          </a:xfrm>
          <a:prstGeom prst="rect">
            <a:avLst/>
          </a:prstGeom>
          <a:noFill/>
          <a:ln>
            <a:noFill/>
          </a:ln>
        </p:spPr>
        <p:txBody>
          <a:bodyPr spcFirstLastPara="1" wrap="square" lIns="91425" tIns="45700" rIns="91425" bIns="91425" anchor="ctr" anchorCtr="0">
            <a:normAutofit/>
          </a:bodyPr>
          <a:lstStyle>
            <a:lvl1pPr lvl="0" algn="ctr">
              <a:spcBef>
                <a:spcPts val="0"/>
              </a:spcBef>
              <a:spcAft>
                <a:spcPts val="0"/>
              </a:spcAft>
              <a:buClr>
                <a:srgbClr val="FFFFFF"/>
              </a:buClr>
              <a:buSzPts val="4000"/>
              <a:buFont typeface="Libre Franklin"/>
              <a:buNone/>
              <a:defRPr>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
        <p:cNvGrpSpPr/>
        <p:nvPr/>
      </p:nvGrpSpPr>
      <p:grpSpPr>
        <a:xfrm>
          <a:off x="0" y="0"/>
          <a:ext cx="0" cy="0"/>
          <a:chOff x="0" y="0"/>
          <a:chExt cx="0" cy="0"/>
        </a:xfrm>
      </p:grpSpPr>
      <p:sp>
        <p:nvSpPr>
          <p:cNvPr id="29" name="Google Shape;29;p30"/>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30"/>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0"/>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0"/>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
        <p:nvSpPr>
          <p:cNvPr id="33" name="Google Shape;33;p30"/>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blipFill rotWithShape="1">
          <a:blip r:embed="rId2">
            <a:alphaModFix/>
          </a:blip>
          <a:tile tx="0" ty="0" sx="55000" sy="55000" flip="none" algn="tl"/>
        </a:blipFill>
        <a:effectLst/>
      </p:bgPr>
    </p:bg>
    <p:spTree>
      <p:nvGrpSpPr>
        <p:cNvPr id="1" name="Shape 34"/>
        <p:cNvGrpSpPr/>
        <p:nvPr/>
      </p:nvGrpSpPr>
      <p:grpSpPr>
        <a:xfrm>
          <a:off x="0" y="0"/>
          <a:ext cx="0" cy="0"/>
          <a:chOff x="0" y="0"/>
          <a:chExt cx="0" cy="0"/>
        </a:xfrm>
      </p:grpSpPr>
      <p:sp>
        <p:nvSpPr>
          <p:cNvPr id="35" name="Google Shape;35;p31"/>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36" name="Google Shape;36;p31"/>
          <p:cNvSpPr/>
          <p:nvPr/>
        </p:nvSpPr>
        <p:spPr>
          <a:xfrm>
            <a:off x="65313" y="69755"/>
            <a:ext cx="9013372" cy="6692201"/>
          </a:xfrm>
          <a:prstGeom prst="roundRect">
            <a:avLst>
              <a:gd name="adj" fmla="val 4929"/>
            </a:avLst>
          </a:prstGeom>
          <a:blipFill rotWithShape="1">
            <a:blip r:embed="rId2">
              <a:alphaModFix/>
            </a:blip>
            <a:tile tx="0" ty="0" sx="55000" sy="55000" flip="none" algn="tl"/>
          </a:blip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37" name="Google Shape;37;p31"/>
          <p:cNvSpPr txBox="1">
            <a:spLocks noGrp="1"/>
          </p:cNvSpPr>
          <p:nvPr>
            <p:ph type="title"/>
          </p:nvPr>
        </p:nvSpPr>
        <p:spPr>
          <a:xfrm>
            <a:off x="722313" y="952500"/>
            <a:ext cx="7772400" cy="1362075"/>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31"/>
          <p:cNvSpPr txBox="1">
            <a:spLocks noGrp="1"/>
          </p:cNvSpPr>
          <p:nvPr>
            <p:ph type="body" idx="1"/>
          </p:nvPr>
        </p:nvSpPr>
        <p:spPr>
          <a:xfrm>
            <a:off x="722313" y="2547938"/>
            <a:ext cx="7772400" cy="1338262"/>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2040"/>
              <a:buNone/>
              <a:defRPr sz="2400">
                <a:solidFill>
                  <a:srgbClr val="888888"/>
                </a:solidFill>
              </a:defRPr>
            </a:lvl1pPr>
            <a:lvl2pPr marL="914400" lvl="1" indent="-228600" algn="l">
              <a:spcBef>
                <a:spcPts val="370"/>
              </a:spcBef>
              <a:spcAft>
                <a:spcPts val="0"/>
              </a:spcAft>
              <a:buSzPts val="1530"/>
              <a:buNone/>
              <a:defRPr sz="1800">
                <a:solidFill>
                  <a:srgbClr val="888888"/>
                </a:solidFill>
              </a:defRPr>
            </a:lvl2pPr>
            <a:lvl3pPr marL="1371600" lvl="2" indent="-228600" algn="l">
              <a:spcBef>
                <a:spcPts val="370"/>
              </a:spcBef>
              <a:spcAft>
                <a:spcPts val="0"/>
              </a:spcAft>
              <a:buSzPts val="1360"/>
              <a:buNone/>
              <a:defRPr sz="1600">
                <a:solidFill>
                  <a:srgbClr val="888888"/>
                </a:solidFill>
              </a:defRPr>
            </a:lvl3pPr>
            <a:lvl4pPr marL="1828800" lvl="3" indent="-228600" algn="l">
              <a:spcBef>
                <a:spcPts val="370"/>
              </a:spcBef>
              <a:spcAft>
                <a:spcPts val="0"/>
              </a:spcAft>
              <a:buSzPts val="1120"/>
              <a:buNone/>
              <a:defRPr sz="1400">
                <a:solidFill>
                  <a:srgbClr val="888888"/>
                </a:solidFill>
              </a:defRPr>
            </a:lvl4pPr>
            <a:lvl5pPr marL="2286000" lvl="4" indent="-228600" algn="l">
              <a:spcBef>
                <a:spcPts val="370"/>
              </a:spcBef>
              <a:spcAft>
                <a:spcPts val="0"/>
              </a:spcAft>
              <a:buSzPts val="1400"/>
              <a:buFont typeface="Libre Baskerville"/>
              <a:buNone/>
              <a:defRPr sz="1400">
                <a:solidFill>
                  <a:srgbClr val="888888"/>
                </a:solidFill>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39" name="Google Shape;39;p31"/>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31"/>
          <p:cNvSpPr txBox="1">
            <a:spLocks noGrp="1"/>
          </p:cNvSpPr>
          <p:nvPr>
            <p:ph type="ftr" idx="11"/>
          </p:nvPr>
        </p:nvSpPr>
        <p:spPr>
          <a:xfrm>
            <a:off x="800100" y="6172200"/>
            <a:ext cx="40005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31"/>
          <p:cNvSpPr/>
          <p:nvPr/>
        </p:nvSpPr>
        <p:spPr>
          <a:xfrm rot="10800000" flipH="1">
            <a:off x="69412" y="2376830"/>
            <a:ext cx="9013515"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2" name="Google Shape;42;p31"/>
          <p:cNvSpPr/>
          <p:nvPr/>
        </p:nvSpPr>
        <p:spPr>
          <a:xfrm>
            <a:off x="69146" y="2341475"/>
            <a:ext cx="9013781"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3" name="Google Shape;43;p31"/>
          <p:cNvSpPr/>
          <p:nvPr/>
        </p:nvSpPr>
        <p:spPr>
          <a:xfrm>
            <a:off x="68306" y="2468880"/>
            <a:ext cx="9014621" cy="45720"/>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44" name="Google Shape;44;p31"/>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5"/>
        <p:cNvGrpSpPr/>
        <p:nvPr/>
      </p:nvGrpSpPr>
      <p:grpSpPr>
        <a:xfrm>
          <a:off x="0" y="0"/>
          <a:ext cx="0" cy="0"/>
          <a:chOff x="0" y="0"/>
          <a:chExt cx="0" cy="0"/>
        </a:xfrm>
      </p:grpSpPr>
      <p:sp>
        <p:nvSpPr>
          <p:cNvPr id="46" name="Google Shape;46;p3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32"/>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2"/>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32"/>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
        <p:nvSpPr>
          <p:cNvPr id="50" name="Google Shape;50;p32"/>
          <p:cNvSpPr txBox="1">
            <a:spLocks noGrp="1"/>
          </p:cNvSpPr>
          <p:nvPr>
            <p:ph type="body" idx="1"/>
          </p:nvPr>
        </p:nvSpPr>
        <p:spPr>
          <a:xfrm>
            <a:off x="91440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1" name="Google Shape;51;p32"/>
          <p:cNvSpPr txBox="1">
            <a:spLocks noGrp="1"/>
          </p:cNvSpPr>
          <p:nvPr>
            <p:ph type="body" idx="2"/>
          </p:nvPr>
        </p:nvSpPr>
        <p:spPr>
          <a:xfrm>
            <a:off x="4933950" y="1447800"/>
            <a:ext cx="3749040" cy="45720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2"/>
        <p:cNvGrpSpPr/>
        <p:nvPr/>
      </p:nvGrpSpPr>
      <p:grpSpPr>
        <a:xfrm>
          <a:off x="0" y="0"/>
          <a:ext cx="0" cy="0"/>
          <a:chOff x="0" y="0"/>
          <a:chExt cx="0" cy="0"/>
        </a:xfrm>
      </p:grpSpPr>
      <p:sp>
        <p:nvSpPr>
          <p:cNvPr id="53" name="Google Shape;53;p33"/>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4" name="Google Shape;54;p33"/>
          <p:cNvSpPr txBox="1">
            <a:spLocks noGrp="1"/>
          </p:cNvSpPr>
          <p:nvPr>
            <p:ph type="body" idx="1"/>
          </p:nvPr>
        </p:nvSpPr>
        <p:spPr>
          <a:xfrm>
            <a:off x="9144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5" name="Google Shape;55;p33"/>
          <p:cNvSpPr txBox="1">
            <a:spLocks noGrp="1"/>
          </p:cNvSpPr>
          <p:nvPr>
            <p:ph type="body" idx="2"/>
          </p:nvPr>
        </p:nvSpPr>
        <p:spPr>
          <a:xfrm>
            <a:off x="4953000" y="1447800"/>
            <a:ext cx="3733800" cy="762000"/>
          </a:xfrm>
          <a:prstGeom prst="rect">
            <a:avLst/>
          </a:prstGeom>
          <a:noFill/>
          <a:ln>
            <a:noFill/>
          </a:ln>
        </p:spPr>
        <p:txBody>
          <a:bodyPr spcFirstLastPara="1" wrap="square" lIns="91425" tIns="45700" rIns="91425" bIns="45700" anchor="b" anchorCtr="0">
            <a:noAutofit/>
          </a:bodyPr>
          <a:lstStyle>
            <a:lvl1pPr marL="457200" lvl="0" indent="-228600" algn="l">
              <a:spcBef>
                <a:spcPts val="580"/>
              </a:spcBef>
              <a:spcAft>
                <a:spcPts val="0"/>
              </a:spcAft>
              <a:buSzPts val="2040"/>
              <a:buNone/>
              <a:defRPr sz="2400" b="1">
                <a:solidFill>
                  <a:schemeClr val="accent1"/>
                </a:solidFill>
                <a:latin typeface="Libre Franklin"/>
                <a:ea typeface="Libre Franklin"/>
                <a:cs typeface="Libre Franklin"/>
                <a:sym typeface="Libre Franklin"/>
              </a:defRPr>
            </a:lvl1pPr>
            <a:lvl2pPr marL="914400" lvl="1" indent="-228600" algn="l">
              <a:spcBef>
                <a:spcPts val="370"/>
              </a:spcBef>
              <a:spcAft>
                <a:spcPts val="0"/>
              </a:spcAft>
              <a:buSzPts val="1700"/>
              <a:buNone/>
              <a:defRPr sz="2000" b="1"/>
            </a:lvl2pPr>
            <a:lvl3pPr marL="1371600" lvl="2" indent="-228600" algn="l">
              <a:spcBef>
                <a:spcPts val="370"/>
              </a:spcBef>
              <a:spcAft>
                <a:spcPts val="0"/>
              </a:spcAft>
              <a:buSzPts val="1530"/>
              <a:buNone/>
              <a:defRPr sz="1800" b="1"/>
            </a:lvl3pPr>
            <a:lvl4pPr marL="1828800" lvl="3" indent="-228600" algn="l">
              <a:spcBef>
                <a:spcPts val="370"/>
              </a:spcBef>
              <a:spcAft>
                <a:spcPts val="0"/>
              </a:spcAft>
              <a:buSzPts val="1280"/>
              <a:buNone/>
              <a:defRPr sz="1600" b="1"/>
            </a:lvl4pPr>
            <a:lvl5pPr marL="2286000" lvl="4" indent="-228600" algn="l">
              <a:spcBef>
                <a:spcPts val="370"/>
              </a:spcBef>
              <a:spcAft>
                <a:spcPts val="0"/>
              </a:spcAft>
              <a:buSzPts val="1600"/>
              <a:buFont typeface="Libre Baskerville"/>
              <a:buNone/>
              <a:defRPr sz="1600" b="1"/>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56" name="Google Shape;56;p33"/>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33"/>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33"/>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
        <p:nvSpPr>
          <p:cNvPr id="59" name="Google Shape;59;p33"/>
          <p:cNvSpPr txBox="1">
            <a:spLocks noGrp="1"/>
          </p:cNvSpPr>
          <p:nvPr>
            <p:ph type="body" idx="3"/>
          </p:nvPr>
        </p:nvSpPr>
        <p:spPr>
          <a:xfrm>
            <a:off x="9144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60" name="Google Shape;60;p33"/>
          <p:cNvSpPr txBox="1">
            <a:spLocks noGrp="1"/>
          </p:cNvSpPr>
          <p:nvPr>
            <p:ph type="body" idx="4"/>
          </p:nvPr>
        </p:nvSpPr>
        <p:spPr>
          <a:xfrm>
            <a:off x="4953000" y="2247900"/>
            <a:ext cx="3733800" cy="38862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1"/>
        <p:cNvGrpSpPr/>
        <p:nvPr/>
      </p:nvGrpSpPr>
      <p:grpSpPr>
        <a:xfrm>
          <a:off x="0" y="0"/>
          <a:ext cx="0" cy="0"/>
          <a:chOff x="0" y="0"/>
          <a:chExt cx="0" cy="0"/>
        </a:xfrm>
      </p:grpSpPr>
      <p:sp>
        <p:nvSpPr>
          <p:cNvPr id="62" name="Google Shape;62;p3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4"/>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34"/>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34"/>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sp>
        <p:nvSpPr>
          <p:cNvPr id="67" name="Google Shape;67;p35"/>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35"/>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35"/>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0"/>
        <p:cNvGrpSpPr/>
        <p:nvPr/>
      </p:nvGrpSpPr>
      <p:grpSpPr>
        <a:xfrm>
          <a:off x="0" y="0"/>
          <a:ext cx="0" cy="0"/>
          <a:chOff x="0" y="0"/>
          <a:chExt cx="0" cy="0"/>
        </a:xfrm>
      </p:grpSpPr>
      <p:sp>
        <p:nvSpPr>
          <p:cNvPr id="71" name="Google Shape;71;p36"/>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72" name="Google Shape;72;p36"/>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73" name="Google Shape;73;p36"/>
          <p:cNvSpPr txBox="1">
            <a:spLocks noGrp="1"/>
          </p:cNvSpPr>
          <p:nvPr>
            <p:ph type="title"/>
          </p:nvPr>
        </p:nvSpPr>
        <p:spPr>
          <a:xfrm>
            <a:off x="914400" y="273050"/>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4000"/>
              <a:buFont typeface="Libre Franklin"/>
              <a:buNone/>
              <a:defRPr sz="40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36"/>
          <p:cNvSpPr txBox="1">
            <a:spLocks noGrp="1"/>
          </p:cNvSpPr>
          <p:nvPr>
            <p:ph type="body" idx="1"/>
          </p:nvPr>
        </p:nvSpPr>
        <p:spPr>
          <a:xfrm>
            <a:off x="914400" y="1600200"/>
            <a:ext cx="1905000" cy="449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530"/>
              <a:buNone/>
              <a:defRPr sz="1800"/>
            </a:lvl1pPr>
            <a:lvl2pPr marL="914400" lvl="1" indent="-228600" algn="l">
              <a:spcBef>
                <a:spcPts val="370"/>
              </a:spcBef>
              <a:spcAft>
                <a:spcPts val="0"/>
              </a:spcAft>
              <a:buSzPts val="1020"/>
              <a:buNone/>
              <a:defRPr sz="1200"/>
            </a:lvl2pPr>
            <a:lvl3pPr marL="1371600" lvl="2" indent="-228600" algn="l">
              <a:spcBef>
                <a:spcPts val="370"/>
              </a:spcBef>
              <a:spcAft>
                <a:spcPts val="0"/>
              </a:spcAft>
              <a:buSzPts val="850"/>
              <a:buNone/>
              <a:defRPr sz="1000"/>
            </a:lvl3pPr>
            <a:lvl4pPr marL="1828800" lvl="3" indent="-228600" algn="l">
              <a:spcBef>
                <a:spcPts val="370"/>
              </a:spcBef>
              <a:spcAft>
                <a:spcPts val="0"/>
              </a:spcAft>
              <a:buSzPts val="720"/>
              <a:buNone/>
              <a:defRPr sz="900"/>
            </a:lvl4pPr>
            <a:lvl5pPr marL="2286000" lvl="4" indent="-228600" algn="l">
              <a:spcBef>
                <a:spcPts val="370"/>
              </a:spcBef>
              <a:spcAft>
                <a:spcPts val="0"/>
              </a:spcAft>
              <a:buSzPts val="900"/>
              <a:buFont typeface="Libre Baskerville"/>
              <a:buNone/>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75" name="Google Shape;75;p36"/>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36"/>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36"/>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
        <p:nvSpPr>
          <p:cNvPr id="78" name="Google Shape;78;p36"/>
          <p:cNvSpPr txBox="1">
            <a:spLocks noGrp="1"/>
          </p:cNvSpPr>
          <p:nvPr>
            <p:ph type="body" idx="2"/>
          </p:nvPr>
        </p:nvSpPr>
        <p:spPr>
          <a:xfrm>
            <a:off x="2971800" y="1600200"/>
            <a:ext cx="5715000" cy="44958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9"/>
        <p:cNvGrpSpPr/>
        <p:nvPr/>
      </p:nvGrpSpPr>
      <p:grpSpPr>
        <a:xfrm>
          <a:off x="0" y="0"/>
          <a:ext cx="0" cy="0"/>
          <a:chOff x="0" y="0"/>
          <a:chExt cx="0" cy="0"/>
        </a:xfrm>
      </p:grpSpPr>
      <p:sp>
        <p:nvSpPr>
          <p:cNvPr id="80" name="Google Shape;80;p37"/>
          <p:cNvSpPr txBox="1">
            <a:spLocks noGrp="1"/>
          </p:cNvSpPr>
          <p:nvPr>
            <p:ph type="title"/>
          </p:nvPr>
        </p:nvSpPr>
        <p:spPr>
          <a:xfrm>
            <a:off x="914400" y="4900550"/>
            <a:ext cx="7315200" cy="522288"/>
          </a:xfrm>
          <a:prstGeom prst="rect">
            <a:avLst/>
          </a:prstGeom>
          <a:noFill/>
          <a:ln>
            <a:noFill/>
          </a:ln>
        </p:spPr>
        <p:txBody>
          <a:bodyPr spcFirstLastPara="1" wrap="square" lIns="91425" tIns="45700" rIns="91425" bIns="91425" anchor="ctr" anchorCtr="0">
            <a:noAutofit/>
          </a:bodyPr>
          <a:lstStyle>
            <a:lvl1pPr lvl="0" algn="l">
              <a:spcBef>
                <a:spcPts val="0"/>
              </a:spcBef>
              <a:spcAft>
                <a:spcPts val="0"/>
              </a:spcAft>
              <a:buClr>
                <a:schemeClr val="dk2"/>
              </a:buClr>
              <a:buSzPts val="2800"/>
              <a:buFont typeface="Libre Franklin"/>
              <a:buNone/>
              <a:defRPr sz="2800" b="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37"/>
          <p:cNvSpPr txBox="1">
            <a:spLocks noGrp="1"/>
          </p:cNvSpPr>
          <p:nvPr>
            <p:ph type="body" idx="1"/>
          </p:nvPr>
        </p:nvSpPr>
        <p:spPr>
          <a:xfrm>
            <a:off x="914400" y="5445825"/>
            <a:ext cx="7315200" cy="685800"/>
          </a:xfrm>
          <a:prstGeom prst="rect">
            <a:avLst/>
          </a:prstGeom>
          <a:noFill/>
          <a:ln>
            <a:noFill/>
          </a:ln>
        </p:spPr>
        <p:txBody>
          <a:bodyPr spcFirstLastPara="1" wrap="square" lIns="91425" tIns="45700" rIns="91425" bIns="45700" anchor="t" anchorCtr="0">
            <a:normAutofit/>
          </a:bodyPr>
          <a:lstStyle>
            <a:lvl1pPr marL="457200" lvl="0" indent="-228600" algn="l">
              <a:spcBef>
                <a:spcPts val="580"/>
              </a:spcBef>
              <a:spcAft>
                <a:spcPts val="0"/>
              </a:spcAft>
              <a:buSzPts val="1360"/>
              <a:buFont typeface="Libre Baskerville"/>
              <a:buNone/>
              <a:defRPr sz="1600"/>
            </a:lvl1pPr>
            <a:lvl2pPr marL="914400" lvl="1" indent="-293369" algn="l">
              <a:spcBef>
                <a:spcPts val="370"/>
              </a:spcBef>
              <a:spcAft>
                <a:spcPts val="0"/>
              </a:spcAft>
              <a:buSzPts val="1020"/>
              <a:buChar char="⚫"/>
              <a:defRPr sz="1200"/>
            </a:lvl2pPr>
            <a:lvl3pPr marL="1371600" lvl="2" indent="-282575" algn="l">
              <a:spcBef>
                <a:spcPts val="370"/>
              </a:spcBef>
              <a:spcAft>
                <a:spcPts val="0"/>
              </a:spcAft>
              <a:buSzPts val="850"/>
              <a:buChar char="⚫"/>
              <a:defRPr sz="1000"/>
            </a:lvl3pPr>
            <a:lvl4pPr marL="1828800" lvl="3" indent="-274319" algn="l">
              <a:spcBef>
                <a:spcPts val="370"/>
              </a:spcBef>
              <a:spcAft>
                <a:spcPts val="0"/>
              </a:spcAft>
              <a:buSzPts val="720"/>
              <a:buChar char="⚫"/>
              <a:defRPr sz="900"/>
            </a:lvl4pPr>
            <a:lvl5pPr marL="2286000" lvl="4" indent="-285750" algn="l">
              <a:spcBef>
                <a:spcPts val="370"/>
              </a:spcBef>
              <a:spcAft>
                <a:spcPts val="0"/>
              </a:spcAft>
              <a:buSzPts val="900"/>
              <a:buFont typeface="Libre Baskerville"/>
              <a:buChar char="o"/>
              <a:defRPr sz="900"/>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82" name="Google Shape;82;p37"/>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37"/>
          <p:cNvSpPr txBox="1">
            <a:spLocks noGrp="1"/>
          </p:cNvSpPr>
          <p:nvPr>
            <p:ph type="ftr" idx="11"/>
          </p:nvPr>
        </p:nvSpPr>
        <p:spPr>
          <a:xfrm>
            <a:off x="914400" y="6172200"/>
            <a:ext cx="38862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37"/>
          <p:cNvSpPr>
            <a:spLocks noGrp="1"/>
          </p:cNvSpPr>
          <p:nvPr>
            <p:ph type="sldNum" idx="12"/>
          </p:nvPr>
        </p:nvSpPr>
        <p:spPr>
          <a:xfrm>
            <a:off x="146304" y="6208776"/>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
        <p:nvSpPr>
          <p:cNvPr id="85" name="Google Shape;85;p37"/>
          <p:cNvSpPr/>
          <p:nvPr/>
        </p:nvSpPr>
        <p:spPr>
          <a:xfrm rot="10800000" flipH="1">
            <a:off x="68307" y="4683555"/>
            <a:ext cx="9006840" cy="9144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6" name="Google Shape;86;p37"/>
          <p:cNvSpPr/>
          <p:nvPr/>
        </p:nvSpPr>
        <p:spPr>
          <a:xfrm>
            <a:off x="68508" y="4650474"/>
            <a:ext cx="9006639" cy="45719"/>
          </a:xfrm>
          <a:prstGeom prst="rect">
            <a:avLst/>
          </a:prstGeom>
          <a:solidFill>
            <a:srgbClr val="E6AFA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7" name="Google Shape;87;p37"/>
          <p:cNvSpPr/>
          <p:nvPr/>
        </p:nvSpPr>
        <p:spPr>
          <a:xfrm>
            <a:off x="68510" y="4773224"/>
            <a:ext cx="9006637" cy="48807"/>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Libre Baskerville"/>
              <a:ea typeface="Libre Baskerville"/>
              <a:cs typeface="Libre Baskerville"/>
              <a:sym typeface="Libre Baskerville"/>
            </a:endParaRPr>
          </a:p>
        </p:txBody>
      </p:sp>
      <p:sp>
        <p:nvSpPr>
          <p:cNvPr id="88" name="Google Shape;88;p37"/>
          <p:cNvSpPr>
            <a:spLocks noGrp="1"/>
          </p:cNvSpPr>
          <p:nvPr>
            <p:ph type="pic" idx="2"/>
          </p:nvPr>
        </p:nvSpPr>
        <p:spPr>
          <a:xfrm>
            <a:off x="68308" y="66675"/>
            <a:ext cx="9001873" cy="4581525"/>
          </a:xfrm>
          <a:prstGeom prst="round2SameRect">
            <a:avLst>
              <a:gd name="adj1" fmla="val 7101"/>
              <a:gd name="adj2" fmla="val 0"/>
            </a:avLst>
          </a:prstGeom>
          <a:solidFill>
            <a:schemeClr val="lt2"/>
          </a:solidFill>
          <a:ln w="9525" cap="flat" cmpd="sng">
            <a:solidFill>
              <a:schemeClr val="dk1"/>
            </a:solidFill>
            <a:prstDash val="solid"/>
            <a:round/>
            <a:headEnd type="none" w="sm" len="sm"/>
            <a:tailEnd type="none" w="sm" len="sm"/>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9"/>
        <p:cNvGrpSpPr/>
        <p:nvPr/>
      </p:nvGrpSpPr>
      <p:grpSpPr>
        <a:xfrm>
          <a:off x="0" y="0"/>
          <a:ext cx="0" cy="0"/>
          <a:chOff x="0" y="0"/>
          <a:chExt cx="0" cy="0"/>
        </a:xfrm>
      </p:grpSpPr>
      <p:sp>
        <p:nvSpPr>
          <p:cNvPr id="90" name="Google Shape;90;p38"/>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38"/>
          <p:cNvSpPr txBox="1">
            <a:spLocks noGrp="1"/>
          </p:cNvSpPr>
          <p:nvPr>
            <p:ph type="body" idx="1"/>
          </p:nvPr>
        </p:nvSpPr>
        <p:spPr>
          <a:xfrm rot="5400000">
            <a:off x="2514600" y="-152400"/>
            <a:ext cx="4572000" cy="77724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2" name="Google Shape;92;p3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3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3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5"/>
        <p:cNvGrpSpPr/>
        <p:nvPr/>
      </p:nvGrpSpPr>
      <p:grpSpPr>
        <a:xfrm>
          <a:off x="0" y="0"/>
          <a:ext cx="0" cy="0"/>
          <a:chOff x="0" y="0"/>
          <a:chExt cx="0" cy="0"/>
        </a:xfrm>
      </p:grpSpPr>
      <p:sp>
        <p:nvSpPr>
          <p:cNvPr id="96" name="Google Shape;96;p39"/>
          <p:cNvSpPr txBox="1">
            <a:spLocks noGrp="1"/>
          </p:cNvSpPr>
          <p:nvPr>
            <p:ph type="title"/>
          </p:nvPr>
        </p:nvSpPr>
        <p:spPr>
          <a:xfrm rot="5400000">
            <a:off x="4709478" y="2194564"/>
            <a:ext cx="5851525" cy="2011680"/>
          </a:xfrm>
          <a:prstGeom prst="rect">
            <a:avLst/>
          </a:prstGeom>
          <a:noFill/>
          <a:ln>
            <a:noFill/>
          </a:ln>
        </p:spPr>
        <p:txBody>
          <a:bodyPr spcFirstLastPara="1" wrap="square" lIns="91425" tIns="45700" rIns="91425" bIns="91425" anchor="b" anchorCtr="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7" name="Google Shape;97;p39"/>
          <p:cNvSpPr txBox="1">
            <a:spLocks noGrp="1"/>
          </p:cNvSpPr>
          <p:nvPr>
            <p:ph type="body" idx="1"/>
          </p:nvPr>
        </p:nvSpPr>
        <p:spPr>
          <a:xfrm rot="5400000">
            <a:off x="769938" y="419103"/>
            <a:ext cx="5851525" cy="5562600"/>
          </a:xfrm>
          <a:prstGeom prst="rect">
            <a:avLst/>
          </a:prstGeom>
          <a:noFill/>
          <a:ln>
            <a:noFill/>
          </a:ln>
        </p:spPr>
        <p:txBody>
          <a:bodyPr spcFirstLastPara="1" wrap="square" lIns="91425" tIns="45700" rIns="91425" bIns="45700" anchor="t" anchorCtr="0">
            <a:normAutofit/>
          </a:bodyPr>
          <a:lstStyle>
            <a:lvl1pPr marL="457200" lvl="0" indent="-325755" algn="l">
              <a:spcBef>
                <a:spcPts val="580"/>
              </a:spcBef>
              <a:spcAft>
                <a:spcPts val="0"/>
              </a:spcAft>
              <a:buSzPts val="1530"/>
              <a:buChar char="⚫"/>
              <a:defRPr/>
            </a:lvl1pPr>
            <a:lvl2pPr marL="914400" lvl="1" indent="-325755" algn="l">
              <a:spcBef>
                <a:spcPts val="370"/>
              </a:spcBef>
              <a:spcAft>
                <a:spcPts val="0"/>
              </a:spcAft>
              <a:buSzPts val="1530"/>
              <a:buChar char="⚫"/>
              <a:defRPr/>
            </a:lvl2pPr>
            <a:lvl3pPr marL="1371600" lvl="2" indent="-325755" algn="l">
              <a:spcBef>
                <a:spcPts val="370"/>
              </a:spcBef>
              <a:spcAft>
                <a:spcPts val="0"/>
              </a:spcAft>
              <a:buSzPts val="1530"/>
              <a:buChar char="⚫"/>
              <a:defRPr/>
            </a:lvl3pPr>
            <a:lvl4pPr marL="1828800" lvl="3" indent="-320039" algn="l">
              <a:spcBef>
                <a:spcPts val="370"/>
              </a:spcBef>
              <a:spcAft>
                <a:spcPts val="0"/>
              </a:spcAft>
              <a:buSzPts val="1440"/>
              <a:buChar char="⚫"/>
              <a:defRPr/>
            </a:lvl4pPr>
            <a:lvl5pPr marL="2286000" lvl="4" indent="-342900" algn="l">
              <a:spcBef>
                <a:spcPts val="370"/>
              </a:spcBef>
              <a:spcAft>
                <a:spcPts val="0"/>
              </a:spcAft>
              <a:buSzPts val="1800"/>
              <a:buChar char="o"/>
              <a:defRPr/>
            </a:lvl5pPr>
            <a:lvl6pPr marL="2743200" lvl="5" indent="-342900" algn="l">
              <a:spcBef>
                <a:spcPts val="370"/>
              </a:spcBef>
              <a:spcAft>
                <a:spcPts val="0"/>
              </a:spcAft>
              <a:buSzPts val="1800"/>
              <a:buChar char="•"/>
              <a:defRPr/>
            </a:lvl6pPr>
            <a:lvl7pPr marL="3200400" lvl="6" indent="-342900" algn="l">
              <a:spcBef>
                <a:spcPts val="370"/>
              </a:spcBef>
              <a:spcAft>
                <a:spcPts val="0"/>
              </a:spcAft>
              <a:buSzPts val="1800"/>
              <a:buChar char="•"/>
              <a:defRPr/>
            </a:lvl7pPr>
            <a:lvl8pPr marL="3657600" lvl="7" indent="-342900" algn="l">
              <a:spcBef>
                <a:spcPts val="370"/>
              </a:spcBef>
              <a:spcAft>
                <a:spcPts val="0"/>
              </a:spcAft>
              <a:buSzPts val="1800"/>
              <a:buChar char="•"/>
              <a:defRPr/>
            </a:lvl8pPr>
            <a:lvl9pPr marL="4114800" lvl="8" indent="-342900" algn="l">
              <a:spcBef>
                <a:spcPts val="370"/>
              </a:spcBef>
              <a:spcAft>
                <a:spcPts val="0"/>
              </a:spcAft>
              <a:buSzPts val="1800"/>
              <a:buChar char="•"/>
              <a:defRPr/>
            </a:lvl9pPr>
          </a:lstStyle>
          <a:p>
            <a:endParaRPr/>
          </a:p>
        </p:txBody>
      </p:sp>
      <p:sp>
        <p:nvSpPr>
          <p:cNvPr id="98" name="Google Shape;98;p39"/>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39"/>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9"/>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4000"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1" name="Google Shape;11;p28"/>
          <p:cNvSpPr/>
          <p:nvPr/>
        </p:nvSpPr>
        <p:spPr>
          <a:xfrm>
            <a:off x="64008" y="69755"/>
            <a:ext cx="9013372" cy="6693408"/>
          </a:xfrm>
          <a:prstGeom prst="roundRect">
            <a:avLst>
              <a:gd name="adj" fmla="val 4929"/>
            </a:avLst>
          </a:prstGeom>
          <a:solidFill>
            <a:schemeClr val="lt1"/>
          </a:solidFill>
          <a:ln w="9525" cap="sq"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
        <p:nvSpPr>
          <p:cNvPr id="12" name="Google Shape;12;p28"/>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lvl1pPr marR="0" lvl="0" algn="l" rtl="0">
              <a:spcBef>
                <a:spcPts val="0"/>
              </a:spcBef>
              <a:spcAft>
                <a:spcPts val="0"/>
              </a:spcAft>
              <a:buClr>
                <a:schemeClr val="dk2"/>
              </a:buClr>
              <a:buSzPts val="4000"/>
              <a:buFont typeface="Libre Franklin"/>
              <a:buNone/>
              <a:defRPr sz="4000" b="0" i="0" u="none" strike="noStrike" cap="non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28"/>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lvl1pPr marL="457200" marR="0" lvl="0" indent="-368935" algn="l" rtl="0">
              <a:spcBef>
                <a:spcPts val="580"/>
              </a:spcBef>
              <a:spcAft>
                <a:spcPts val="0"/>
              </a:spcAft>
              <a:buClr>
                <a:schemeClr val="accent1"/>
              </a:buClr>
              <a:buSzPts val="2210"/>
              <a:buFont typeface="Noto Sans Symbols"/>
              <a:buChar char="⚫"/>
              <a:defRPr sz="2600" b="0" i="0" u="none" strike="noStrike" cap="none">
                <a:solidFill>
                  <a:schemeClr val="dk1"/>
                </a:solidFill>
                <a:latin typeface="Libre Baskerville"/>
                <a:ea typeface="Libre Baskerville"/>
                <a:cs typeface="Libre Baskerville"/>
                <a:sym typeface="Libre Baskerville"/>
              </a:defRPr>
            </a:lvl1pPr>
            <a:lvl2pPr marL="914400" marR="0" lvl="1" indent="-358140" algn="l" rtl="0">
              <a:spcBef>
                <a:spcPts val="370"/>
              </a:spcBef>
              <a:spcAft>
                <a:spcPts val="0"/>
              </a:spcAft>
              <a:buClr>
                <a:schemeClr val="accent2"/>
              </a:buClr>
              <a:buSzPts val="2040"/>
              <a:buFont typeface="Noto Sans Symbols"/>
              <a:buChar char="⚫"/>
              <a:defRPr sz="2400" b="0" i="0" u="none" strike="noStrike" cap="none">
                <a:solidFill>
                  <a:schemeClr val="dk1"/>
                </a:solidFill>
                <a:latin typeface="Libre Baskerville"/>
                <a:ea typeface="Libre Baskerville"/>
                <a:cs typeface="Libre Baskerville"/>
                <a:sym typeface="Libre Baskerville"/>
              </a:defRPr>
            </a:lvl2pPr>
            <a:lvl3pPr marL="1371600" marR="0" lvl="2" indent="-336550" algn="l" rtl="0">
              <a:spcBef>
                <a:spcPts val="370"/>
              </a:spcBef>
              <a:spcAft>
                <a:spcPts val="0"/>
              </a:spcAft>
              <a:buClr>
                <a:srgbClr val="E6AFA9"/>
              </a:buClr>
              <a:buSzPts val="1700"/>
              <a:buFont typeface="Noto Sans Symbols"/>
              <a:buChar char="⚫"/>
              <a:defRPr sz="2000" b="0" i="0" u="none" strike="noStrike" cap="none">
                <a:solidFill>
                  <a:schemeClr val="dk1"/>
                </a:solidFill>
                <a:latin typeface="Libre Baskerville"/>
                <a:ea typeface="Libre Baskerville"/>
                <a:cs typeface="Libre Baskerville"/>
                <a:sym typeface="Libre Baskerville"/>
              </a:defRPr>
            </a:lvl3pPr>
            <a:lvl4pPr marL="1828800" marR="0" lvl="3" indent="-330200" algn="l" rtl="0">
              <a:spcBef>
                <a:spcPts val="370"/>
              </a:spcBef>
              <a:spcAft>
                <a:spcPts val="0"/>
              </a:spcAft>
              <a:buClr>
                <a:schemeClr val="accent3"/>
              </a:buClr>
              <a:buSzPts val="1600"/>
              <a:buFont typeface="Noto Sans Symbols"/>
              <a:buChar char="⚫"/>
              <a:defRPr sz="2000" b="0" i="0" u="none" strike="noStrike" cap="none">
                <a:solidFill>
                  <a:schemeClr val="dk1"/>
                </a:solidFill>
                <a:latin typeface="Libre Baskerville"/>
                <a:ea typeface="Libre Baskerville"/>
                <a:cs typeface="Libre Baskerville"/>
                <a:sym typeface="Libre Baskerville"/>
              </a:defRPr>
            </a:lvl4pPr>
            <a:lvl5pPr marL="2286000" marR="0" lvl="4" indent="-355600" algn="l" rtl="0">
              <a:spcBef>
                <a:spcPts val="370"/>
              </a:spcBef>
              <a:spcAft>
                <a:spcPts val="0"/>
              </a:spcAft>
              <a:buClr>
                <a:schemeClr val="accent3"/>
              </a:buClr>
              <a:buSzPts val="2000"/>
              <a:buFont typeface="Libre Baskerville"/>
              <a:buChar char="o"/>
              <a:defRPr sz="2000" b="0" i="0" u="none" strike="noStrike" cap="none">
                <a:solidFill>
                  <a:schemeClr val="dk1"/>
                </a:solidFill>
                <a:latin typeface="Libre Baskerville"/>
                <a:ea typeface="Libre Baskerville"/>
                <a:cs typeface="Libre Baskerville"/>
                <a:sym typeface="Libre Baskerville"/>
              </a:defRPr>
            </a:lvl5pPr>
            <a:lvl6pPr marL="2743200" marR="0" lvl="5" indent="-342900" algn="l" rtl="0">
              <a:spcBef>
                <a:spcPts val="370"/>
              </a:spcBef>
              <a:spcAft>
                <a:spcPts val="0"/>
              </a:spcAft>
              <a:buClr>
                <a:schemeClr val="accent3"/>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6pPr>
            <a:lvl7pPr marL="3200400" marR="0" lvl="6" indent="-342900" algn="l" rtl="0">
              <a:spcBef>
                <a:spcPts val="370"/>
              </a:spcBef>
              <a:spcAft>
                <a:spcPts val="0"/>
              </a:spcAft>
              <a:buClr>
                <a:schemeClr val="accent2"/>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7pPr>
            <a:lvl8pPr marL="3657600" marR="0" lvl="7" indent="-342900" algn="l" rtl="0">
              <a:spcBef>
                <a:spcPts val="370"/>
              </a:spcBef>
              <a:spcAft>
                <a:spcPts val="0"/>
              </a:spcAft>
              <a:buClr>
                <a:srgbClr val="E6AF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8pPr>
            <a:lvl9pPr marL="4114800" marR="0" lvl="8" indent="-342900" algn="l" rtl="0">
              <a:spcBef>
                <a:spcPts val="370"/>
              </a:spcBef>
              <a:spcAft>
                <a:spcPts val="0"/>
              </a:spcAft>
              <a:buClr>
                <a:srgbClr val="CAABA9"/>
              </a:buClr>
              <a:buSzPts val="1800"/>
              <a:buFont typeface="Libre Baskerville"/>
              <a:buChar char="•"/>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4" name="Google Shape;14;p28"/>
          <p:cNvSpPr txBox="1">
            <a:spLocks noGrp="1"/>
          </p:cNvSpPr>
          <p:nvPr>
            <p:ph type="dt" idx="10"/>
          </p:nvPr>
        </p:nvSpPr>
        <p:spPr>
          <a:xfrm>
            <a:off x="6172200" y="6191250"/>
            <a:ext cx="2476500" cy="47625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5" name="Google Shape;15;p28"/>
          <p:cNvSpPr txBox="1">
            <a:spLocks noGrp="1"/>
          </p:cNvSpPr>
          <p:nvPr>
            <p:ph type="ftr" idx="11"/>
          </p:nvPr>
        </p:nvSpPr>
        <p:spPr>
          <a:xfrm>
            <a:off x="914400" y="6172200"/>
            <a:ext cx="3962400" cy="4572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400" b="0" i="0" u="none" strike="noStrike" cap="none">
                <a:solidFill>
                  <a:schemeClr val="dk2"/>
                </a:solidFill>
                <a:latin typeface="Libre Baskerville"/>
                <a:ea typeface="Libre Baskerville"/>
                <a:cs typeface="Libre Baskerville"/>
                <a:sym typeface="Libre Baskerville"/>
              </a:defRPr>
            </a:lvl1pPr>
            <a:lvl2pPr marR="0" lvl="1"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2pPr>
            <a:lvl3pPr marR="0" lvl="2"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3pPr>
            <a:lvl4pPr marR="0" lvl="3"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4pPr>
            <a:lvl5pPr marR="0" lvl="4"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5pPr>
            <a:lvl6pPr marR="0" lvl="5"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6pPr>
            <a:lvl7pPr marR="0" lvl="6"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7pPr>
            <a:lvl8pPr marR="0" lvl="7"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8pPr>
            <a:lvl9pPr marR="0" lvl="8" algn="l" rtl="0">
              <a:spcBef>
                <a:spcPts val="0"/>
              </a:spcBef>
              <a:spcAft>
                <a:spcPts val="0"/>
              </a:spcAft>
              <a:buSzPts val="1400"/>
              <a:buNone/>
              <a:defRPr sz="1800" b="0" i="0" u="none" strike="noStrike" cap="none">
                <a:solidFill>
                  <a:schemeClr val="dk1"/>
                </a:solidFill>
                <a:latin typeface="Libre Baskerville"/>
                <a:ea typeface="Libre Baskerville"/>
                <a:cs typeface="Libre Baskerville"/>
                <a:sym typeface="Libre Baskerville"/>
              </a:defRPr>
            </a:lvl9pPr>
          </a:lstStyle>
          <a:p>
            <a:endParaRPr/>
          </a:p>
        </p:txBody>
      </p:sp>
      <p:sp>
        <p:nvSpPr>
          <p:cNvPr id="16" name="Google Shape;16;p28"/>
          <p:cNvSpPr>
            <a:spLocks noGrp="1"/>
          </p:cNvSpPr>
          <p:nvPr>
            <p:ph type="sldNum" idx="12"/>
          </p:nvPr>
        </p:nvSpPr>
        <p:spPr>
          <a:xfrm>
            <a:off x="146304" y="6210300"/>
            <a:ext cx="457200" cy="457200"/>
          </a:xfrm>
          <a:prstGeom prst="ellipse">
            <a:avLst/>
          </a:prstGeom>
          <a:solidFill>
            <a:schemeClr val="accent1"/>
          </a:solidFill>
          <a:ln>
            <a:noFill/>
          </a:ln>
        </p:spPr>
        <p:txBody>
          <a:bodyPr spcFirstLastPara="1" wrap="square" lIns="0" tIns="0" rIns="0" bIns="0" anchor="ctr" anchorCtr="1">
            <a:noAutofit/>
          </a:bodyPr>
          <a:lstStyle>
            <a:lvl1pPr marL="0" marR="0" lvl="0" indent="0" algn="ctr" rtl="0">
              <a:spcBef>
                <a:spcPts val="0"/>
              </a:spcBef>
              <a:buNone/>
              <a:defRPr sz="1400" b="0" i="0" u="none" strike="noStrike" cap="none">
                <a:solidFill>
                  <a:srgbClr val="FFFFFF"/>
                </a:solidFill>
                <a:latin typeface="Libre Franklin"/>
                <a:ea typeface="Libre Franklin"/>
                <a:cs typeface="Libre Franklin"/>
                <a:sym typeface="Libre Franklin"/>
              </a:defRPr>
            </a:lvl1pPr>
            <a:lvl2pPr marL="0" marR="0" lvl="1" indent="0" algn="ctr" rtl="0">
              <a:spcBef>
                <a:spcPts val="0"/>
              </a:spcBef>
              <a:buNone/>
              <a:defRPr sz="1400" b="0" i="0" u="none" strike="noStrike" cap="none">
                <a:solidFill>
                  <a:srgbClr val="FFFFFF"/>
                </a:solidFill>
                <a:latin typeface="Libre Franklin"/>
                <a:ea typeface="Libre Franklin"/>
                <a:cs typeface="Libre Franklin"/>
                <a:sym typeface="Libre Franklin"/>
              </a:defRPr>
            </a:lvl2pPr>
            <a:lvl3pPr marL="0" marR="0" lvl="2" indent="0" algn="ctr" rtl="0">
              <a:spcBef>
                <a:spcPts val="0"/>
              </a:spcBef>
              <a:buNone/>
              <a:defRPr sz="1400" b="0" i="0" u="none" strike="noStrike" cap="none">
                <a:solidFill>
                  <a:srgbClr val="FFFFFF"/>
                </a:solidFill>
                <a:latin typeface="Libre Franklin"/>
                <a:ea typeface="Libre Franklin"/>
                <a:cs typeface="Libre Franklin"/>
                <a:sym typeface="Libre Franklin"/>
              </a:defRPr>
            </a:lvl3pPr>
            <a:lvl4pPr marL="0" marR="0" lvl="3" indent="0" algn="ctr" rtl="0">
              <a:spcBef>
                <a:spcPts val="0"/>
              </a:spcBef>
              <a:buNone/>
              <a:defRPr sz="1400" b="0" i="0" u="none" strike="noStrike" cap="none">
                <a:solidFill>
                  <a:srgbClr val="FFFFFF"/>
                </a:solidFill>
                <a:latin typeface="Libre Franklin"/>
                <a:ea typeface="Libre Franklin"/>
                <a:cs typeface="Libre Franklin"/>
                <a:sym typeface="Libre Franklin"/>
              </a:defRPr>
            </a:lvl4pPr>
            <a:lvl5pPr marL="0" marR="0" lvl="4" indent="0" algn="ctr" rtl="0">
              <a:spcBef>
                <a:spcPts val="0"/>
              </a:spcBef>
              <a:buNone/>
              <a:defRPr sz="1400" b="0" i="0" u="none" strike="noStrike" cap="none">
                <a:solidFill>
                  <a:srgbClr val="FFFFFF"/>
                </a:solidFill>
                <a:latin typeface="Libre Franklin"/>
                <a:ea typeface="Libre Franklin"/>
                <a:cs typeface="Libre Franklin"/>
                <a:sym typeface="Libre Franklin"/>
              </a:defRPr>
            </a:lvl5pPr>
            <a:lvl6pPr marL="0" marR="0" lvl="5" indent="0" algn="ctr" rtl="0">
              <a:spcBef>
                <a:spcPts val="0"/>
              </a:spcBef>
              <a:buNone/>
              <a:defRPr sz="1400" b="0" i="0" u="none" strike="noStrike" cap="none">
                <a:solidFill>
                  <a:srgbClr val="FFFFFF"/>
                </a:solidFill>
                <a:latin typeface="Libre Franklin"/>
                <a:ea typeface="Libre Franklin"/>
                <a:cs typeface="Libre Franklin"/>
                <a:sym typeface="Libre Franklin"/>
              </a:defRPr>
            </a:lvl6pPr>
            <a:lvl7pPr marL="0" marR="0" lvl="6" indent="0" algn="ctr" rtl="0">
              <a:spcBef>
                <a:spcPts val="0"/>
              </a:spcBef>
              <a:buNone/>
              <a:defRPr sz="1400" b="0" i="0" u="none" strike="noStrike" cap="none">
                <a:solidFill>
                  <a:srgbClr val="FFFFFF"/>
                </a:solidFill>
                <a:latin typeface="Libre Franklin"/>
                <a:ea typeface="Libre Franklin"/>
                <a:cs typeface="Libre Franklin"/>
                <a:sym typeface="Libre Franklin"/>
              </a:defRPr>
            </a:lvl7pPr>
            <a:lvl8pPr marL="0" marR="0" lvl="7" indent="0" algn="ctr" rtl="0">
              <a:spcBef>
                <a:spcPts val="0"/>
              </a:spcBef>
              <a:buNone/>
              <a:defRPr sz="1400" b="0" i="0" u="none" strike="noStrike" cap="none">
                <a:solidFill>
                  <a:srgbClr val="FFFFFF"/>
                </a:solidFill>
                <a:latin typeface="Libre Franklin"/>
                <a:ea typeface="Libre Franklin"/>
                <a:cs typeface="Libre Franklin"/>
                <a:sym typeface="Libre Franklin"/>
              </a:defRPr>
            </a:lvl8pPr>
            <a:lvl9pPr marL="0" marR="0" lvl="8" indent="0" algn="ctr" rtl="0">
              <a:spcBef>
                <a:spcPts val="0"/>
              </a:spcBef>
              <a:buNone/>
              <a:defRPr sz="1400" b="0" i="0" u="none" strike="noStrike" cap="none">
                <a:solidFill>
                  <a:srgbClr val="FFFFFF"/>
                </a:solidFill>
                <a:latin typeface="Libre Franklin"/>
                <a:ea typeface="Libre Franklin"/>
                <a:cs typeface="Libre Franklin"/>
                <a:sym typeface="Libre Franklin"/>
              </a:defRPr>
            </a:lvl9pPr>
          </a:lstStyle>
          <a:p>
            <a:pPr marL="0" lvl="0" indent="0" algn="ct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 /><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3" Type="http://schemas.openxmlformats.org/officeDocument/2006/relationships/hyperlink" Target="about:blank" TargetMode="External" /><Relationship Id="rId2" Type="http://schemas.openxmlformats.org/officeDocument/2006/relationships/notesSlide" Target="../notesSlides/notesSlide7.xml" /><Relationship Id="rId1" Type="http://schemas.openxmlformats.org/officeDocument/2006/relationships/slideLayout" Target="../slideLayouts/slideLayout2.xml" /><Relationship Id="rId4" Type="http://schemas.openxmlformats.org/officeDocument/2006/relationships/image" Target="../media/image5.jpg" /></Relationships>
</file>

<file path=ppt/slides/_rels/slide16.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notesSlide" Target="../notesSlides/notesSlide8.xml" /><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3" Type="http://schemas.openxmlformats.org/officeDocument/2006/relationships/image" Target="../media/image7.jpg" /><Relationship Id="rId2" Type="http://schemas.openxmlformats.org/officeDocument/2006/relationships/notesSlide" Target="../notesSlides/notesSlide9.xml" /><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3" Type="http://schemas.openxmlformats.org/officeDocument/2006/relationships/image" Target="../media/image8.jpg" /><Relationship Id="rId2" Type="http://schemas.openxmlformats.org/officeDocument/2006/relationships/notesSlide" Target="../notesSlides/notesSlide10.xml" /><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3" Type="http://schemas.openxmlformats.org/officeDocument/2006/relationships/image" Target="../media/image9.jpg" /><Relationship Id="rId2" Type="http://schemas.openxmlformats.org/officeDocument/2006/relationships/notesSlide" Target="../notesSlides/notesSlide11.xml" /><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3" Type="http://schemas.openxmlformats.org/officeDocument/2006/relationships/image" Target="../media/image10.jpg" /><Relationship Id="rId2" Type="http://schemas.openxmlformats.org/officeDocument/2006/relationships/notesSlide" Target="../notesSlides/notesSlide12.xml" /><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notesSlide" Target="../notesSlides/notesSlide13.xml" /><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notesSlide" Target="../notesSlides/notesSlide14.xml" /><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 /><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3" Type="http://schemas.openxmlformats.org/officeDocument/2006/relationships/image" Target="../media/image13.jpg" /><Relationship Id="rId2" Type="http://schemas.openxmlformats.org/officeDocument/2006/relationships/notesSlide" Target="../notesSlides/notesSlide16.xml" /><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 /><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 /><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3" Type="http://schemas.openxmlformats.org/officeDocument/2006/relationships/image" Target="../media/image14.jpg" /><Relationship Id="rId2" Type="http://schemas.openxmlformats.org/officeDocument/2006/relationships/notesSlide" Target="../notesSlides/notesSlide22.xm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
          <p:cNvSpPr txBox="1">
            <a:spLocks noGrp="1"/>
          </p:cNvSpPr>
          <p:nvPr>
            <p:ph type="ctrTitle"/>
          </p:nvPr>
        </p:nvSpPr>
        <p:spPr>
          <a:xfrm>
            <a:off x="457200" y="1505930"/>
            <a:ext cx="8435280" cy="1470025"/>
          </a:xfrm>
          <a:prstGeom prst="rect">
            <a:avLst/>
          </a:prstGeom>
          <a:noFill/>
          <a:ln>
            <a:noFill/>
          </a:ln>
        </p:spPr>
        <p:txBody>
          <a:bodyPr spcFirstLastPara="1" wrap="square" lIns="91425" tIns="45700" rIns="91425" bIns="91425" anchor="ctr" anchorCtr="0">
            <a:normAutofit fontScale="90000"/>
          </a:bodyPr>
          <a:lstStyle/>
          <a:p>
            <a:pPr marL="0" lvl="0" indent="0" algn="ctr" rtl="0">
              <a:spcBef>
                <a:spcPts val="0"/>
              </a:spcBef>
              <a:spcAft>
                <a:spcPts val="0"/>
              </a:spcAft>
              <a:buClr>
                <a:srgbClr val="FFFFFF"/>
              </a:buClr>
              <a:buSzPct val="100000"/>
              <a:buFont typeface="Libre Franklin"/>
              <a:buNone/>
            </a:pPr>
            <a:r>
              <a:rPr lang="en-IN" dirty="0"/>
              <a:t>Lecture 0</a:t>
            </a:r>
            <a:br>
              <a:rPr lang="en-IN" dirty="0"/>
            </a:br>
            <a:br>
              <a:rPr lang="en-IN" dirty="0"/>
            </a:br>
            <a:r>
              <a:rPr lang="en-IN" dirty="0"/>
              <a:t>INT108</a:t>
            </a:r>
            <a:r>
              <a:rPr lang="en-IN" sz="2700" dirty="0"/>
              <a:t>::</a:t>
            </a:r>
            <a:r>
              <a:rPr lang="en-IN" sz="2700" dirty="0">
                <a:solidFill>
                  <a:schemeClr val="lt1"/>
                </a:solidFill>
              </a:rPr>
              <a:t> PYTHON PROGRAMMING </a:t>
            </a:r>
            <a:endParaRPr dirty="0">
              <a:solidFill>
                <a:schemeClr val="lt1"/>
              </a:solidFill>
            </a:endParaRPr>
          </a:p>
        </p:txBody>
      </p:sp>
      <p:pic>
        <p:nvPicPr>
          <p:cNvPr id="106" name="Google Shape;106;p1" descr="py.jpg"/>
          <p:cNvPicPr preferRelativeResize="0"/>
          <p:nvPr/>
        </p:nvPicPr>
        <p:blipFill rotWithShape="1">
          <a:blip r:embed="rId3">
            <a:alphaModFix/>
          </a:blip>
          <a:srcRect/>
          <a:stretch/>
        </p:blipFill>
        <p:spPr>
          <a:xfrm>
            <a:off x="3059832" y="3429000"/>
            <a:ext cx="3096344" cy="2143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Course Overview</a:t>
            </a:r>
            <a:endParaRPr/>
          </a:p>
        </p:txBody>
      </p:sp>
      <p:sp>
        <p:nvSpPr>
          <p:cNvPr id="113" name="Google Shape;113;p2"/>
          <p:cNvSpPr txBox="1">
            <a:spLocks noGrp="1"/>
          </p:cNvSpPr>
          <p:nvPr>
            <p:ph type="body" idx="1"/>
          </p:nvPr>
        </p:nvSpPr>
        <p:spPr>
          <a:xfrm>
            <a:off x="611560" y="1447800"/>
            <a:ext cx="8075240" cy="4572000"/>
          </a:xfrm>
          <a:prstGeom prst="rect">
            <a:avLst/>
          </a:prstGeom>
          <a:noFill/>
          <a:ln>
            <a:noFill/>
          </a:ln>
        </p:spPr>
        <p:txBody>
          <a:bodyPr spcFirstLastPara="1" wrap="square" lIns="91425" tIns="45700" rIns="91425" bIns="45700" anchor="t" anchorCtr="0">
            <a:normAutofit fontScale="92500" lnSpcReduction="10000"/>
          </a:bodyPr>
          <a:lstStyle/>
          <a:p>
            <a:pPr marL="274320" lvl="0" indent="-274320" algn="l" rtl="0">
              <a:spcBef>
                <a:spcPts val="0"/>
              </a:spcBef>
              <a:spcAft>
                <a:spcPts val="0"/>
              </a:spcAft>
              <a:buSzPts val="2210"/>
              <a:buFont typeface="Arial"/>
              <a:buChar char="•"/>
            </a:pPr>
            <a:r>
              <a:rPr lang="en-IN" dirty="0"/>
              <a:t>L  T  P : </a:t>
            </a:r>
            <a:endParaRPr dirty="0"/>
          </a:p>
          <a:p>
            <a:pPr marL="0" lvl="0" indent="0" algn="l" rtl="0">
              <a:spcBef>
                <a:spcPts val="580"/>
              </a:spcBef>
              <a:spcAft>
                <a:spcPts val="0"/>
              </a:spcAft>
              <a:buSzPts val="2210"/>
              <a:buFont typeface="Arial"/>
              <a:buNone/>
            </a:pPr>
            <a:endParaRPr dirty="0"/>
          </a:p>
          <a:p>
            <a:pPr marL="274320" lvl="0" indent="-274320" algn="l" rtl="0">
              <a:spcBef>
                <a:spcPts val="580"/>
              </a:spcBef>
              <a:spcAft>
                <a:spcPts val="0"/>
              </a:spcAft>
              <a:buSzPts val="2210"/>
              <a:buFont typeface="Arial"/>
              <a:buChar char="•"/>
            </a:pPr>
            <a:r>
              <a:rPr lang="en-IN" b="1" dirty="0"/>
              <a:t>Credit:  4</a:t>
            </a:r>
            <a:endParaRPr dirty="0"/>
          </a:p>
          <a:p>
            <a:pPr marL="274320" lvl="0" indent="-133985" algn="l" rtl="0">
              <a:spcBef>
                <a:spcPts val="580"/>
              </a:spcBef>
              <a:spcAft>
                <a:spcPts val="0"/>
              </a:spcAft>
              <a:buSzPts val="2210"/>
              <a:buFont typeface="Arial"/>
              <a:buNone/>
            </a:pPr>
            <a:endParaRPr b="1" dirty="0"/>
          </a:p>
          <a:p>
            <a:pPr marL="274320" lvl="0" indent="-274320" algn="l" rtl="0">
              <a:spcBef>
                <a:spcPts val="580"/>
              </a:spcBef>
              <a:spcAft>
                <a:spcPts val="0"/>
              </a:spcAft>
              <a:buSzPts val="2040"/>
              <a:buFont typeface="Arial"/>
              <a:buChar char="•"/>
            </a:pPr>
            <a:r>
              <a:rPr lang="en-IN" sz="2400" b="1" dirty="0"/>
              <a:t>Text</a:t>
            </a:r>
            <a:r>
              <a:rPr lang="en-IN" sz="2400" dirty="0"/>
              <a:t> </a:t>
            </a:r>
            <a:r>
              <a:rPr lang="en-IN" sz="2400" b="1" dirty="0"/>
              <a:t>Book</a:t>
            </a:r>
            <a:r>
              <a:rPr lang="en-IN" sz="2400" dirty="0"/>
              <a:t>: </a:t>
            </a:r>
            <a:endParaRPr dirty="0"/>
          </a:p>
          <a:p>
            <a:pPr marL="342900" lvl="1" indent="-342900">
              <a:buSzPts val="2720"/>
              <a:buNone/>
            </a:pPr>
            <a:r>
              <a:rPr lang="en-IN" sz="3200" dirty="0"/>
              <a:t> </a:t>
            </a:r>
            <a:r>
              <a:rPr lang="en-US" dirty="0"/>
              <a:t>1. FUNDAMENTALS OF PYTHON –FIRST PROGRAM by KENNETH A. LAMBERT, CENGAGE LEARNING</a:t>
            </a:r>
            <a:endParaRPr sz="2400" dirty="0"/>
          </a:p>
          <a:p>
            <a:pPr marL="342900" lvl="1" indent="-342900" algn="l" rtl="0">
              <a:spcBef>
                <a:spcPts val="370"/>
              </a:spcBef>
              <a:spcAft>
                <a:spcPts val="0"/>
              </a:spcAft>
              <a:buSzPts val="2040"/>
              <a:buNone/>
            </a:pPr>
            <a:r>
              <a:rPr lang="en-IN" sz="2400" b="1" dirty="0"/>
              <a:t> References Book: </a:t>
            </a:r>
            <a:endParaRPr dirty="0"/>
          </a:p>
          <a:p>
            <a:pPr marL="0" lvl="0" indent="0">
              <a:buSzPts val="2040"/>
              <a:buNone/>
            </a:pPr>
            <a:r>
              <a:rPr lang="en-US" sz="2400" dirty="0"/>
              <a:t>1. PYTHON PROGRAMMING: USING PROBLEM SOLVING APPROACH by REEMA THAREJA, OXFORD UNIVERSITY PRESS</a:t>
            </a:r>
            <a:endParaRPr sz="2400" b="1" dirty="0"/>
          </a:p>
        </p:txBody>
      </p:sp>
      <p:graphicFrame>
        <p:nvGraphicFramePr>
          <p:cNvPr id="114" name="Google Shape;114;p2"/>
          <p:cNvGraphicFramePr/>
          <p:nvPr/>
        </p:nvGraphicFramePr>
        <p:xfrm>
          <a:off x="2339752" y="1412776"/>
          <a:ext cx="1582725" cy="457210"/>
        </p:xfrm>
        <a:graphic>
          <a:graphicData uri="http://schemas.openxmlformats.org/drawingml/2006/table">
            <a:tbl>
              <a:tblPr firstRow="1" bandRow="1">
                <a:noFill/>
                <a:tableStyleId>{C968CECF-D994-4761-80F2-84F15F6AF3F2}</a:tableStyleId>
              </a:tblPr>
              <a:tblGrid>
                <a:gridCol w="541675">
                  <a:extLst>
                    <a:ext uri="{9D8B030D-6E8A-4147-A177-3AD203B41FA5}">
                      <a16:colId xmlns:a16="http://schemas.microsoft.com/office/drawing/2014/main" val="20000"/>
                    </a:ext>
                  </a:extLst>
                </a:gridCol>
                <a:gridCol w="541675">
                  <a:extLst>
                    <a:ext uri="{9D8B030D-6E8A-4147-A177-3AD203B41FA5}">
                      <a16:colId xmlns:a16="http://schemas.microsoft.com/office/drawing/2014/main" val="20001"/>
                    </a:ext>
                  </a:extLst>
                </a:gridCol>
                <a:gridCol w="499375">
                  <a:extLst>
                    <a:ext uri="{9D8B030D-6E8A-4147-A177-3AD203B41FA5}">
                      <a16:colId xmlns:a16="http://schemas.microsoft.com/office/drawing/2014/main" val="20002"/>
                    </a:ext>
                  </a:extLst>
                </a:gridCol>
              </a:tblGrid>
              <a:tr h="370850">
                <a:tc>
                  <a:txBody>
                    <a:bodyPr/>
                    <a:lstStyle/>
                    <a:p>
                      <a:pPr marL="0" marR="0" lvl="0" indent="0" algn="ctr" rtl="0">
                        <a:spcBef>
                          <a:spcPts val="0"/>
                        </a:spcBef>
                        <a:spcAft>
                          <a:spcPts val="0"/>
                        </a:spcAft>
                        <a:buNone/>
                      </a:pPr>
                      <a:r>
                        <a:rPr lang="en-IN" sz="2400" b="1" u="none" strike="noStrike" cap="none"/>
                        <a:t>3</a:t>
                      </a:r>
                      <a:endParaRPr/>
                    </a:p>
                  </a:txBody>
                  <a:tcPr marL="91350" marR="91350" marT="45725" marB="45725"/>
                </a:tc>
                <a:tc>
                  <a:txBody>
                    <a:bodyPr/>
                    <a:lstStyle/>
                    <a:p>
                      <a:pPr marL="0" marR="0" lvl="0" indent="0" algn="ctr" rtl="0">
                        <a:spcBef>
                          <a:spcPts val="0"/>
                        </a:spcBef>
                        <a:spcAft>
                          <a:spcPts val="0"/>
                        </a:spcAft>
                        <a:buNone/>
                      </a:pPr>
                      <a:r>
                        <a:rPr lang="en-IN" sz="2400" u="none" strike="noStrike" cap="none"/>
                        <a:t>0</a:t>
                      </a:r>
                      <a:endParaRPr sz="2400" b="1" u="none" strike="noStrike" cap="none"/>
                    </a:p>
                  </a:txBody>
                  <a:tcPr marL="91350" marR="91350" marT="45725" marB="45725"/>
                </a:tc>
                <a:tc>
                  <a:txBody>
                    <a:bodyPr/>
                    <a:lstStyle/>
                    <a:p>
                      <a:pPr marL="0" marR="0" lvl="0" indent="0" algn="ctr" rtl="0">
                        <a:spcBef>
                          <a:spcPts val="0"/>
                        </a:spcBef>
                        <a:spcAft>
                          <a:spcPts val="0"/>
                        </a:spcAft>
                        <a:buNone/>
                      </a:pPr>
                      <a:r>
                        <a:rPr lang="en-IN" sz="2400" b="1" u="none" strike="noStrike" cap="none"/>
                        <a:t>2</a:t>
                      </a:r>
                      <a:endParaRPr/>
                    </a:p>
                  </a:txBody>
                  <a:tcPr marL="91350" marR="91350" marT="45725" marB="45725"/>
                </a:tc>
                <a:extLst>
                  <a:ext uri="{0D108BD9-81ED-4DB2-BD59-A6C34878D82A}">
                    <a16:rowId xmlns:a16="http://schemas.microsoft.com/office/drawing/2014/main" val="10000"/>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3">
                                            <p:txEl>
                                              <p:pRg st="0" end="0"/>
                                            </p:txEl>
                                          </p:spTgt>
                                        </p:tgtEl>
                                        <p:attrNameLst>
                                          <p:attrName>style.visibility</p:attrName>
                                        </p:attrNameLst>
                                      </p:cBhvr>
                                      <p:to>
                                        <p:strVal val="visible"/>
                                      </p:to>
                                    </p:set>
                                    <p:anim calcmode="lin" valueType="num">
                                      <p:cBhvr additive="base">
                                        <p:cTn id="7" dur="500"/>
                                        <p:tgtEl>
                                          <p:spTgt spid="11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13">
                                            <p:txEl>
                                              <p:pRg st="2" end="2"/>
                                            </p:txEl>
                                          </p:spTgt>
                                        </p:tgtEl>
                                        <p:attrNameLst>
                                          <p:attrName>style.visibility</p:attrName>
                                        </p:attrNameLst>
                                      </p:cBhvr>
                                      <p:to>
                                        <p:strVal val="visible"/>
                                      </p:to>
                                    </p:set>
                                    <p:anim calcmode="lin" valueType="num">
                                      <p:cBhvr additive="base">
                                        <p:cTn id="12" dur="500"/>
                                        <p:tgtEl>
                                          <p:spTgt spid="11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3">
                                            <p:txEl>
                                              <p:pRg st="4" end="4"/>
                                            </p:txEl>
                                          </p:spTgt>
                                        </p:tgtEl>
                                        <p:attrNameLst>
                                          <p:attrName>style.visibility</p:attrName>
                                        </p:attrNameLst>
                                      </p:cBhvr>
                                      <p:to>
                                        <p:strVal val="visible"/>
                                      </p:to>
                                    </p:set>
                                    <p:anim calcmode="lin" valueType="num">
                                      <p:cBhvr additive="base">
                                        <p:cTn id="17" dur="500"/>
                                        <p:tgtEl>
                                          <p:spTgt spid="11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113">
                                            <p:txEl>
                                              <p:pRg st="5" end="5"/>
                                            </p:txEl>
                                          </p:spTgt>
                                        </p:tgtEl>
                                        <p:attrNameLst>
                                          <p:attrName>style.visibility</p:attrName>
                                        </p:attrNameLst>
                                      </p:cBhvr>
                                      <p:to>
                                        <p:strVal val="visible"/>
                                      </p:to>
                                    </p:set>
                                    <p:anim calcmode="lin" valueType="num">
                                      <p:cBhvr additive="base">
                                        <p:cTn id="22" dur="500"/>
                                        <p:tgtEl>
                                          <p:spTgt spid="11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113">
                                            <p:txEl>
                                              <p:pRg st="6" end="6"/>
                                            </p:txEl>
                                          </p:spTgt>
                                        </p:tgtEl>
                                        <p:attrNameLst>
                                          <p:attrName>style.visibility</p:attrName>
                                        </p:attrNameLst>
                                      </p:cBhvr>
                                      <p:to>
                                        <p:strVal val="visible"/>
                                      </p:to>
                                    </p:set>
                                    <p:anim calcmode="lin" valueType="num">
                                      <p:cBhvr additive="base">
                                        <p:cTn id="27" dur="500"/>
                                        <p:tgtEl>
                                          <p:spTgt spid="11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14"/>
                                        </p:tgtEl>
                                        <p:attrNameLst>
                                          <p:attrName>style.visibility</p:attrName>
                                        </p:attrNameLst>
                                      </p:cBhvr>
                                      <p:to>
                                        <p:strVal val="visible"/>
                                      </p:to>
                                    </p:set>
                                    <p:anim calcmode="lin" valueType="num">
                                      <p:cBhvr additive="base">
                                        <p:cTn id="32" dur="500"/>
                                        <p:tgtEl>
                                          <p:spTgt spid="1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CA and ETP</a:t>
            </a:r>
            <a:endParaRPr/>
          </a:p>
        </p:txBody>
      </p:sp>
      <p:sp>
        <p:nvSpPr>
          <p:cNvPr id="128" name="Google Shape;128;p4"/>
          <p:cNvSpPr/>
          <p:nvPr/>
        </p:nvSpPr>
        <p:spPr>
          <a:xfrm>
            <a:off x="251520" y="1916832"/>
            <a:ext cx="8892480" cy="35393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2800" b="1" i="0" u="sng" strike="noStrike" cap="none" dirty="0">
                <a:solidFill>
                  <a:srgbClr val="C00000"/>
                </a:solidFill>
                <a:latin typeface="Libre Baskerville"/>
                <a:ea typeface="Libre Baskerville"/>
                <a:cs typeface="Libre Baskerville"/>
                <a:sym typeface="Libre Baskerville"/>
              </a:rPr>
              <a:t>CA</a:t>
            </a:r>
            <a:endParaRPr dirty="0"/>
          </a:p>
          <a:p>
            <a:pPr marL="0" marR="0" lvl="0" indent="0" algn="l" rtl="0">
              <a:spcBef>
                <a:spcPts val="0"/>
              </a:spcBef>
              <a:spcAft>
                <a:spcPts val="0"/>
              </a:spcAft>
              <a:buNone/>
            </a:pPr>
            <a:r>
              <a:rPr lang="en-IN" sz="2800" b="0" i="0" u="none" strike="noStrike" cap="none" dirty="0">
                <a:solidFill>
                  <a:schemeClr val="dk1"/>
                </a:solidFill>
                <a:latin typeface="Libre Baskerville"/>
                <a:ea typeface="Libre Baskerville"/>
                <a:cs typeface="Libre Baskerville"/>
                <a:sym typeface="Libre Baskerville"/>
              </a:rPr>
              <a:t>Programming Practice(Mandatory)      40 marks</a:t>
            </a:r>
            <a:endParaRPr sz="2800" b="0" i="0" u="none" strike="noStrike" cap="none" dirty="0">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IN" sz="2800" b="0" i="0" u="none" strike="noStrike" cap="none" dirty="0">
                <a:solidFill>
                  <a:schemeClr val="dk1"/>
                </a:solidFill>
                <a:latin typeface="Libre Baskerville"/>
                <a:ea typeface="Libre Baskerville"/>
                <a:cs typeface="Libre Baskerville"/>
                <a:sym typeface="Libre Baskerville"/>
              </a:rPr>
              <a:t>						</a:t>
            </a:r>
            <a:endParaRPr dirty="0"/>
          </a:p>
          <a:p>
            <a:pPr marL="0" marR="0" lvl="0" indent="0" algn="l" rtl="0">
              <a:spcBef>
                <a:spcPts val="0"/>
              </a:spcBef>
              <a:spcAft>
                <a:spcPts val="0"/>
              </a:spcAft>
              <a:buNone/>
            </a:pPr>
            <a:r>
              <a:rPr lang="en-IN" sz="2800" b="0" i="0" u="none" strike="noStrike" cap="none" dirty="0">
                <a:solidFill>
                  <a:schemeClr val="dk1"/>
                </a:solidFill>
                <a:latin typeface="Libre Baskerville"/>
                <a:ea typeface="Libre Baskerville"/>
                <a:cs typeface="Libre Baskerville"/>
                <a:sym typeface="Libre Baskerville"/>
              </a:rPr>
              <a:t>Best 2 out of 3  Test Code -Based 		eac</a:t>
            </a:r>
            <a:r>
              <a:rPr lang="en-IN" sz="2800" dirty="0">
                <a:solidFill>
                  <a:schemeClr val="dk1"/>
                </a:solidFill>
                <a:latin typeface="Libre Baskerville"/>
                <a:ea typeface="Libre Baskerville"/>
                <a:cs typeface="Libre Baskerville"/>
                <a:sym typeface="Libre Baskerville"/>
              </a:rPr>
              <a:t>h of </a:t>
            </a:r>
            <a:r>
              <a:rPr lang="en-IN" sz="2800" b="0" i="0" u="none" strike="noStrike" cap="none" dirty="0">
                <a:solidFill>
                  <a:schemeClr val="dk1"/>
                </a:solidFill>
                <a:latin typeface="Libre Baskerville"/>
                <a:ea typeface="Libre Baskerville"/>
                <a:cs typeface="Libre Baskerville"/>
                <a:sym typeface="Libre Baskerville"/>
              </a:rPr>
              <a:t>30 marks</a:t>
            </a:r>
            <a:endParaRPr sz="2800" b="0" i="0" u="none" strike="noStrike" cap="none" dirty="0">
              <a:solidFill>
                <a:schemeClr val="dk1"/>
              </a:solidFill>
              <a:latin typeface="Libre Baskerville"/>
              <a:ea typeface="Libre Baskerville"/>
              <a:cs typeface="Libre Baskerville"/>
              <a:sym typeface="Libre Baskerville"/>
            </a:endParaRPr>
          </a:p>
          <a:p>
            <a:pPr marL="0" marR="0" lvl="0" indent="0" algn="l" rtl="0">
              <a:spcBef>
                <a:spcPts val="0"/>
              </a:spcBef>
              <a:spcAft>
                <a:spcPts val="0"/>
              </a:spcAft>
              <a:buNone/>
            </a:pPr>
            <a:endParaRPr sz="2800" b="1" i="0" u="sng" strike="noStrike" cap="none" dirty="0">
              <a:solidFill>
                <a:srgbClr val="C00000"/>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IN" sz="2800" b="1" i="0" u="sng" strike="noStrike" cap="none" dirty="0">
                <a:solidFill>
                  <a:srgbClr val="C00000"/>
                </a:solidFill>
                <a:latin typeface="Libre Baskerville"/>
                <a:ea typeface="Libre Baskerville"/>
                <a:cs typeface="Libre Baskerville"/>
                <a:sym typeface="Libre Baskerville"/>
              </a:rPr>
              <a:t>ETP</a:t>
            </a:r>
            <a:endParaRPr sz="2800" b="1" i="0" u="sng" strike="noStrike" cap="none" dirty="0">
              <a:solidFill>
                <a:srgbClr val="C00000"/>
              </a:solidFill>
              <a:latin typeface="Libre Baskerville"/>
              <a:ea typeface="Libre Baskerville"/>
              <a:cs typeface="Libre Baskerville"/>
              <a:sym typeface="Libre Baskerville"/>
            </a:endParaRPr>
          </a:p>
          <a:p>
            <a:pPr marL="0" marR="0" lvl="0" indent="0" algn="l" rtl="0">
              <a:spcBef>
                <a:spcPts val="0"/>
              </a:spcBef>
              <a:spcAft>
                <a:spcPts val="0"/>
              </a:spcAft>
              <a:buNone/>
            </a:pPr>
            <a:r>
              <a:rPr lang="en-IN" sz="2800" b="0" i="0" u="none" strike="noStrike" cap="none" dirty="0">
                <a:solidFill>
                  <a:schemeClr val="dk1"/>
                </a:solidFill>
                <a:latin typeface="Libre Baskerville"/>
                <a:ea typeface="Libre Baskerville"/>
                <a:cs typeface="Libre Baskerville"/>
                <a:sym typeface="Libre Baskerville"/>
              </a:rPr>
              <a:t>Programming Challenge</a:t>
            </a:r>
            <a:endParaRPr sz="2800" b="0" i="0" u="none" strike="noStrike" cap="none" dirty="0">
              <a:solidFill>
                <a:schemeClr val="dk1"/>
              </a:solidFill>
              <a:latin typeface="Libre Baskerville"/>
              <a:ea typeface="Libre Baskerville"/>
              <a:cs typeface="Libre Baskerville"/>
              <a:sym typeface="Libre Baskervill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Marks Breakup</a:t>
            </a:r>
            <a:endParaRPr/>
          </a:p>
        </p:txBody>
      </p:sp>
      <p:sp>
        <p:nvSpPr>
          <p:cNvPr id="120" name="Google Shape;120;p3"/>
          <p:cNvSpPr txBox="1">
            <a:spLocks noGrp="1"/>
          </p:cNvSpPr>
          <p:nvPr>
            <p:ph type="body" idx="1"/>
          </p:nvPr>
        </p:nvSpPr>
        <p:spPr>
          <a:xfrm>
            <a:off x="457200" y="1600200"/>
            <a:ext cx="8229600" cy="4781550"/>
          </a:xfrm>
          <a:prstGeom prst="rect">
            <a:avLst/>
          </a:prstGeom>
          <a:noFill/>
          <a:ln>
            <a:noFill/>
          </a:ln>
        </p:spPr>
        <p:txBody>
          <a:bodyPr spcFirstLastPara="1" wrap="square" lIns="91425" tIns="45700" rIns="91425" bIns="45700" anchor="t" anchorCtr="0">
            <a:normAutofit/>
          </a:bodyPr>
          <a:lstStyle/>
          <a:p>
            <a:pPr marL="274320" lvl="0" indent="-274320" algn="l" rtl="0">
              <a:spcBef>
                <a:spcPts val="0"/>
              </a:spcBef>
              <a:spcAft>
                <a:spcPts val="0"/>
              </a:spcAft>
              <a:buSzPts val="2210"/>
              <a:buFont typeface="Arial"/>
              <a:buChar char="•"/>
            </a:pPr>
            <a:r>
              <a:rPr lang="en-IN" dirty="0"/>
              <a:t>Marks Breakup:</a:t>
            </a:r>
            <a:endParaRPr dirty="0"/>
          </a:p>
          <a:p>
            <a:pPr marL="274320" lvl="0" indent="-133985" algn="l" rtl="0">
              <a:spcBef>
                <a:spcPts val="580"/>
              </a:spcBef>
              <a:spcAft>
                <a:spcPts val="0"/>
              </a:spcAft>
              <a:buSzPts val="2210"/>
              <a:buFont typeface="Arial"/>
              <a:buNone/>
            </a:pPr>
            <a:endParaRPr dirty="0"/>
          </a:p>
          <a:p>
            <a:pPr marL="274320" lvl="0" indent="-133985" algn="l" rtl="0">
              <a:spcBef>
                <a:spcPts val="580"/>
              </a:spcBef>
              <a:spcAft>
                <a:spcPts val="0"/>
              </a:spcAft>
              <a:buSzPts val="2210"/>
              <a:buFont typeface="Arial"/>
              <a:buNone/>
            </a:pPr>
            <a:endParaRPr dirty="0"/>
          </a:p>
          <a:p>
            <a:pPr marL="274320" lvl="0" indent="-133985" algn="l" rtl="0">
              <a:spcBef>
                <a:spcPts val="580"/>
              </a:spcBef>
              <a:spcAft>
                <a:spcPts val="0"/>
              </a:spcAft>
              <a:buSzPts val="2210"/>
              <a:buFont typeface="Arial"/>
              <a:buNone/>
            </a:pPr>
            <a:endParaRPr dirty="0"/>
          </a:p>
          <a:p>
            <a:pPr marL="274320" lvl="0" indent="-133985" algn="l" rtl="0">
              <a:spcBef>
                <a:spcPts val="580"/>
              </a:spcBef>
              <a:spcAft>
                <a:spcPts val="0"/>
              </a:spcAft>
              <a:buSzPts val="2210"/>
              <a:buFont typeface="Arial"/>
              <a:buNone/>
            </a:pPr>
            <a:endParaRPr dirty="0"/>
          </a:p>
          <a:p>
            <a:pPr marL="274320" lvl="0" indent="-133985" algn="l" rtl="0">
              <a:spcBef>
                <a:spcPts val="580"/>
              </a:spcBef>
              <a:spcAft>
                <a:spcPts val="0"/>
              </a:spcAft>
              <a:buSzPts val="2210"/>
              <a:buFont typeface="Arial"/>
              <a:buNone/>
            </a:pPr>
            <a:endParaRPr dirty="0"/>
          </a:p>
          <a:p>
            <a:pPr marL="0" lvl="0" indent="0" algn="l" rtl="0">
              <a:spcBef>
                <a:spcPts val="580"/>
              </a:spcBef>
              <a:spcAft>
                <a:spcPts val="0"/>
              </a:spcAft>
              <a:buSzPts val="1530"/>
              <a:buFont typeface="Arial"/>
              <a:buNone/>
            </a:pPr>
            <a:endParaRPr sz="1800" dirty="0"/>
          </a:p>
          <a:p>
            <a:pPr marL="0" lvl="0" indent="0" algn="l" rtl="0">
              <a:spcBef>
                <a:spcPts val="580"/>
              </a:spcBef>
              <a:spcAft>
                <a:spcPts val="0"/>
              </a:spcAft>
              <a:buSzPts val="1530"/>
              <a:buFont typeface="Arial"/>
              <a:buNone/>
            </a:pPr>
            <a:endParaRPr sz="1800" dirty="0"/>
          </a:p>
          <a:p>
            <a:pPr marL="0" lvl="0" indent="0" algn="l" rtl="0">
              <a:spcBef>
                <a:spcPts val="580"/>
              </a:spcBef>
              <a:spcAft>
                <a:spcPts val="0"/>
              </a:spcAft>
              <a:buSzPts val="1530"/>
              <a:buFont typeface="Arial"/>
              <a:buNone/>
            </a:pPr>
            <a:r>
              <a:rPr lang="en-US" sz="1800" dirty="0"/>
              <a:t>Note : </a:t>
            </a:r>
          </a:p>
          <a:p>
            <a:pPr marL="0" lvl="0" indent="0" algn="l" rtl="0">
              <a:spcBef>
                <a:spcPts val="580"/>
              </a:spcBef>
              <a:spcAft>
                <a:spcPts val="0"/>
              </a:spcAft>
              <a:buSzPts val="1530"/>
              <a:buFont typeface="Arial"/>
              <a:buNone/>
            </a:pPr>
            <a:r>
              <a:rPr lang="en-US" sz="1800" dirty="0"/>
              <a:t>20 Marks for programming practice, 15 marks for test code based.</a:t>
            </a:r>
            <a:endParaRPr sz="1800" dirty="0"/>
          </a:p>
        </p:txBody>
      </p:sp>
      <p:graphicFrame>
        <p:nvGraphicFramePr>
          <p:cNvPr id="121" name="Google Shape;121;p3"/>
          <p:cNvGraphicFramePr/>
          <p:nvPr>
            <p:extLst>
              <p:ext uri="{D42A27DB-BD31-4B8C-83A1-F6EECF244321}">
                <p14:modId xmlns:p14="http://schemas.microsoft.com/office/powerpoint/2010/main" val="3135138058"/>
              </p:ext>
            </p:extLst>
          </p:nvPr>
        </p:nvGraphicFramePr>
        <p:xfrm>
          <a:off x="2195512" y="2349500"/>
          <a:ext cx="5472113" cy="2122740"/>
        </p:xfrm>
        <a:graphic>
          <a:graphicData uri="http://schemas.openxmlformats.org/drawingml/2006/table">
            <a:tbl>
              <a:tblPr firstRow="1" bandRow="1">
                <a:noFill/>
                <a:tableStyleId>{C968CECF-D994-4761-80F2-84F15F6AF3F2}</a:tableStyleId>
              </a:tblPr>
              <a:tblGrid>
                <a:gridCol w="3225186">
                  <a:extLst>
                    <a:ext uri="{9D8B030D-6E8A-4147-A177-3AD203B41FA5}">
                      <a16:colId xmlns:a16="http://schemas.microsoft.com/office/drawing/2014/main" val="20000"/>
                    </a:ext>
                  </a:extLst>
                </a:gridCol>
                <a:gridCol w="2246927">
                  <a:extLst>
                    <a:ext uri="{9D8B030D-6E8A-4147-A177-3AD203B41FA5}">
                      <a16:colId xmlns:a16="http://schemas.microsoft.com/office/drawing/2014/main" val="20001"/>
                    </a:ext>
                  </a:extLst>
                </a:gridCol>
              </a:tblGrid>
              <a:tr h="370675">
                <a:tc>
                  <a:txBody>
                    <a:bodyPr/>
                    <a:lstStyle/>
                    <a:p>
                      <a:pPr marL="0" marR="0" lvl="0" indent="0" algn="l" rtl="0">
                        <a:spcBef>
                          <a:spcPts val="0"/>
                        </a:spcBef>
                        <a:spcAft>
                          <a:spcPts val="0"/>
                        </a:spcAft>
                        <a:buNone/>
                      </a:pPr>
                      <a:r>
                        <a:rPr lang="en-IN" sz="1800" u="none" strike="noStrike" cap="none"/>
                        <a:t>Activity</a:t>
                      </a:r>
                      <a:endParaRPr/>
                    </a:p>
                  </a:txBody>
                  <a:tcPr marL="91450" marR="91450" marT="45700" marB="45700"/>
                </a:tc>
                <a:tc>
                  <a:txBody>
                    <a:bodyPr/>
                    <a:lstStyle/>
                    <a:p>
                      <a:pPr marL="0" marR="0" lvl="0" indent="0" algn="l" rtl="0">
                        <a:spcBef>
                          <a:spcPts val="0"/>
                        </a:spcBef>
                        <a:spcAft>
                          <a:spcPts val="0"/>
                        </a:spcAft>
                        <a:buNone/>
                      </a:pPr>
                      <a:r>
                        <a:rPr lang="en-IN" sz="1800"/>
                        <a:t>Marks</a:t>
                      </a:r>
                      <a:endParaRPr/>
                    </a:p>
                  </a:txBody>
                  <a:tcPr marL="91450" marR="91450" marT="45700" marB="45700"/>
                </a:tc>
                <a:extLst>
                  <a:ext uri="{0D108BD9-81ED-4DB2-BD59-A6C34878D82A}">
                    <a16:rowId xmlns:a16="http://schemas.microsoft.com/office/drawing/2014/main" val="10000"/>
                  </a:ext>
                </a:extLst>
              </a:tr>
              <a:tr h="370675">
                <a:tc>
                  <a:txBody>
                    <a:bodyPr/>
                    <a:lstStyle/>
                    <a:p>
                      <a:pPr marL="0" marR="0" lvl="0" indent="0" algn="l" rtl="0">
                        <a:spcBef>
                          <a:spcPts val="0"/>
                        </a:spcBef>
                        <a:spcAft>
                          <a:spcPts val="0"/>
                        </a:spcAft>
                        <a:buNone/>
                      </a:pPr>
                      <a:r>
                        <a:rPr lang="en-IN" sz="1800"/>
                        <a:t>Attendance</a:t>
                      </a:r>
                      <a:endParaRPr/>
                    </a:p>
                  </a:txBody>
                  <a:tcPr marL="91450" marR="91450" marT="45700" marB="45700"/>
                </a:tc>
                <a:tc>
                  <a:txBody>
                    <a:bodyPr/>
                    <a:lstStyle/>
                    <a:p>
                      <a:pPr marL="0" marR="0" lvl="0" indent="0" algn="l" rtl="0">
                        <a:spcBef>
                          <a:spcPts val="0"/>
                        </a:spcBef>
                        <a:spcAft>
                          <a:spcPts val="0"/>
                        </a:spcAft>
                        <a:buNone/>
                      </a:pPr>
                      <a:r>
                        <a:rPr lang="en-IN" sz="1800"/>
                        <a:t>5</a:t>
                      </a:r>
                      <a:endParaRPr/>
                    </a:p>
                  </a:txBody>
                  <a:tcPr marL="91450" marR="91450" marT="45700" marB="45700"/>
                </a:tc>
                <a:extLst>
                  <a:ext uri="{0D108BD9-81ED-4DB2-BD59-A6C34878D82A}">
                    <a16:rowId xmlns:a16="http://schemas.microsoft.com/office/drawing/2014/main" val="10001"/>
                  </a:ext>
                </a:extLst>
              </a:tr>
              <a:tr h="370675">
                <a:tc>
                  <a:txBody>
                    <a:bodyPr/>
                    <a:lstStyle/>
                    <a:p>
                      <a:pPr marL="0" marR="0" lvl="0" indent="0" algn="l" rtl="0">
                        <a:spcBef>
                          <a:spcPts val="0"/>
                        </a:spcBef>
                        <a:spcAft>
                          <a:spcPts val="0"/>
                        </a:spcAft>
                        <a:buNone/>
                      </a:pPr>
                      <a:r>
                        <a:rPr lang="en-IN" sz="1800"/>
                        <a:t>Continuous Assessment (CA)*</a:t>
                      </a:r>
                      <a:endParaRPr/>
                    </a:p>
                  </a:txBody>
                  <a:tcPr marL="91450" marR="91450" marT="45700" marB="45700"/>
                </a:tc>
                <a:tc>
                  <a:txBody>
                    <a:bodyPr/>
                    <a:lstStyle/>
                    <a:p>
                      <a:pPr marL="0" marR="0" lvl="0" indent="0" algn="l" rtl="0">
                        <a:spcBef>
                          <a:spcPts val="0"/>
                        </a:spcBef>
                        <a:spcAft>
                          <a:spcPts val="0"/>
                        </a:spcAft>
                        <a:buNone/>
                      </a:pPr>
                      <a:r>
                        <a:rPr lang="en-IN" sz="1800" dirty="0"/>
                        <a:t>50(20+15+15)</a:t>
                      </a:r>
                      <a:endParaRPr sz="1800" dirty="0"/>
                    </a:p>
                  </a:txBody>
                  <a:tcPr marL="91450" marR="91450" marT="45700" marB="45700"/>
                </a:tc>
                <a:extLst>
                  <a:ext uri="{0D108BD9-81ED-4DB2-BD59-A6C34878D82A}">
                    <a16:rowId xmlns:a16="http://schemas.microsoft.com/office/drawing/2014/main" val="10002"/>
                  </a:ext>
                </a:extLst>
              </a:tr>
              <a:tr h="370675">
                <a:tc>
                  <a:txBody>
                    <a:bodyPr/>
                    <a:lstStyle/>
                    <a:p>
                      <a:pPr marL="0" marR="0" lvl="0" indent="0" algn="l" rtl="0">
                        <a:spcBef>
                          <a:spcPts val="0"/>
                        </a:spcBef>
                        <a:spcAft>
                          <a:spcPts val="0"/>
                        </a:spcAft>
                        <a:buNone/>
                      </a:pPr>
                      <a:r>
                        <a:rPr lang="en-IN" sz="1800"/>
                        <a:t>End-Term Practical (ETP)</a:t>
                      </a:r>
                      <a:endParaRPr sz="1800"/>
                    </a:p>
                  </a:txBody>
                  <a:tcPr marL="91450" marR="91450" marT="45700" marB="45700"/>
                </a:tc>
                <a:tc>
                  <a:txBody>
                    <a:bodyPr/>
                    <a:lstStyle/>
                    <a:p>
                      <a:pPr marL="0" marR="0" lvl="0" indent="0" algn="l" rtl="0">
                        <a:spcBef>
                          <a:spcPts val="0"/>
                        </a:spcBef>
                        <a:spcAft>
                          <a:spcPts val="0"/>
                        </a:spcAft>
                        <a:buNone/>
                      </a:pPr>
                      <a:r>
                        <a:rPr lang="en-IN" sz="1800" dirty="0"/>
                        <a:t>45</a:t>
                      </a:r>
                      <a:endParaRPr sz="1800" dirty="0"/>
                    </a:p>
                  </a:txBody>
                  <a:tcPr marL="91450" marR="91450" marT="45700" marB="45700"/>
                </a:tc>
                <a:extLst>
                  <a:ext uri="{0D108BD9-81ED-4DB2-BD59-A6C34878D82A}">
                    <a16:rowId xmlns:a16="http://schemas.microsoft.com/office/drawing/2014/main" val="10003"/>
                  </a:ext>
                </a:extLst>
              </a:tr>
              <a:tr h="370675">
                <a:tc>
                  <a:txBody>
                    <a:bodyPr/>
                    <a:lstStyle/>
                    <a:p>
                      <a:pPr marL="0" marR="0" lvl="0" indent="0" algn="l" rtl="0">
                        <a:spcBef>
                          <a:spcPts val="0"/>
                        </a:spcBef>
                        <a:spcAft>
                          <a:spcPts val="0"/>
                        </a:spcAft>
                        <a:buNone/>
                      </a:pPr>
                      <a:endParaRPr sz="1800" b="1"/>
                    </a:p>
                  </a:txBody>
                  <a:tcPr marL="91450" marR="91450" marT="45700" marB="45700"/>
                </a:tc>
                <a:tc>
                  <a:txBody>
                    <a:bodyPr/>
                    <a:lstStyle/>
                    <a:p>
                      <a:pPr marL="0" marR="0" lvl="0" indent="0" algn="l" rtl="0">
                        <a:spcBef>
                          <a:spcPts val="0"/>
                        </a:spcBef>
                        <a:spcAft>
                          <a:spcPts val="0"/>
                        </a:spcAft>
                        <a:buNone/>
                      </a:pPr>
                      <a:endParaRPr sz="1800" b="1" dirty="0"/>
                    </a:p>
                  </a:txBody>
                  <a:tcPr marL="91450" marR="91450" marT="45700" marB="45700"/>
                </a:tc>
                <a:extLst>
                  <a:ext uri="{0D108BD9-81ED-4DB2-BD59-A6C34878D82A}">
                    <a16:rowId xmlns:a16="http://schemas.microsoft.com/office/drawing/2014/main" val="10004"/>
                  </a:ext>
                </a:extLst>
              </a:tr>
            </a:tbl>
          </a:graphicData>
        </a:graphic>
      </p:graphicFrame>
      <p:cxnSp>
        <p:nvCxnSpPr>
          <p:cNvPr id="122" name="Google Shape;122;p3"/>
          <p:cNvCxnSpPr/>
          <p:nvPr/>
        </p:nvCxnSpPr>
        <p:spPr>
          <a:xfrm>
            <a:off x="684213" y="5013325"/>
            <a:ext cx="6983412" cy="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B9FA23-CCF0-4347-A02F-43C762E0B083}"/>
              </a:ext>
            </a:extLst>
          </p:cNvPr>
          <p:cNvSpPr>
            <a:spLocks noGrp="1"/>
          </p:cNvSpPr>
          <p:nvPr>
            <p:ph type="title"/>
          </p:nvPr>
        </p:nvSpPr>
        <p:spPr/>
        <p:txBody>
          <a:bodyPr/>
          <a:lstStyle/>
          <a:p>
            <a:r>
              <a:rPr lang="en-US" dirty="0"/>
              <a:t>Important information</a:t>
            </a:r>
          </a:p>
        </p:txBody>
      </p:sp>
      <p:sp>
        <p:nvSpPr>
          <p:cNvPr id="3" name="Text Placeholder 2">
            <a:extLst>
              <a:ext uri="{FF2B5EF4-FFF2-40B4-BE49-F238E27FC236}">
                <a16:creationId xmlns:a16="http://schemas.microsoft.com/office/drawing/2014/main" id="{665CABD1-3602-4EB9-8766-86981D3D58F0}"/>
              </a:ext>
            </a:extLst>
          </p:cNvPr>
          <p:cNvSpPr>
            <a:spLocks noGrp="1"/>
          </p:cNvSpPr>
          <p:nvPr>
            <p:ph type="body" idx="1"/>
          </p:nvPr>
        </p:nvSpPr>
        <p:spPr/>
        <p:txBody>
          <a:bodyPr/>
          <a:lstStyle/>
          <a:p>
            <a:r>
              <a:rPr lang="en-US" dirty="0"/>
              <a:t>Programming practice(Python Programming course ) . Student will complete it unit wise.</a:t>
            </a:r>
          </a:p>
          <a:p>
            <a:r>
              <a:rPr lang="en-US" dirty="0"/>
              <a:t>All code based test will be conducted on code tantra platform.</a:t>
            </a:r>
          </a:p>
          <a:p>
            <a:r>
              <a:rPr lang="en-US" dirty="0"/>
              <a:t>ETE will be conducted on code tantra platform.</a:t>
            </a:r>
          </a:p>
        </p:txBody>
      </p:sp>
    </p:spTree>
    <p:extLst>
      <p:ext uri="{BB962C8B-B14F-4D97-AF65-F5344CB8AC3E}">
        <p14:creationId xmlns:p14="http://schemas.microsoft.com/office/powerpoint/2010/main" val="41722831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DFB01-D705-40B9-9233-85D34B7EBCDB}"/>
              </a:ext>
            </a:extLst>
          </p:cNvPr>
          <p:cNvSpPr>
            <a:spLocks noGrp="1"/>
          </p:cNvSpPr>
          <p:nvPr>
            <p:ph type="title"/>
          </p:nvPr>
        </p:nvSpPr>
        <p:spPr/>
        <p:txBody>
          <a:bodyPr/>
          <a:lstStyle/>
          <a:p>
            <a:r>
              <a:rPr lang="en-US" dirty="0"/>
              <a:t>Mandatory conditions for ca</a:t>
            </a:r>
          </a:p>
        </p:txBody>
      </p:sp>
      <p:sp>
        <p:nvSpPr>
          <p:cNvPr id="3" name="Text Placeholder 2">
            <a:extLst>
              <a:ext uri="{FF2B5EF4-FFF2-40B4-BE49-F238E27FC236}">
                <a16:creationId xmlns:a16="http://schemas.microsoft.com/office/drawing/2014/main" id="{3DA76077-7BB8-4AAC-A7D4-C973C6511C8E}"/>
              </a:ext>
            </a:extLst>
          </p:cNvPr>
          <p:cNvSpPr>
            <a:spLocks noGrp="1"/>
          </p:cNvSpPr>
          <p:nvPr>
            <p:ph type="body" idx="1"/>
          </p:nvPr>
        </p:nvSpPr>
        <p:spPr/>
        <p:txBody>
          <a:bodyPr/>
          <a:lstStyle/>
          <a:p>
            <a:pPr marL="645795" indent="-514350">
              <a:buAutoNum type="arabicParenR"/>
            </a:pPr>
            <a:r>
              <a:rPr lang="en-US" dirty="0"/>
              <a:t>First 50 percent of questions are mandatory to attempt in programming practice. After completion of first mandatory 50 % questions , remaining attempted questions marks will be awarded.</a:t>
            </a:r>
          </a:p>
        </p:txBody>
      </p:sp>
    </p:spTree>
    <p:extLst>
      <p:ext uri="{BB962C8B-B14F-4D97-AF65-F5344CB8AC3E}">
        <p14:creationId xmlns:p14="http://schemas.microsoft.com/office/powerpoint/2010/main" val="16503018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CC00306-4FD7-403D-BC95-9A9ED768D170}"/>
              </a:ext>
            </a:extLst>
          </p:cNvPr>
          <p:cNvPicPr>
            <a:picLocks noChangeAspect="1"/>
          </p:cNvPicPr>
          <p:nvPr/>
        </p:nvPicPr>
        <p:blipFill>
          <a:blip r:embed="rId2"/>
          <a:stretch>
            <a:fillRect/>
          </a:stretch>
        </p:blipFill>
        <p:spPr>
          <a:xfrm>
            <a:off x="984738" y="647114"/>
            <a:ext cx="7216727" cy="5584874"/>
          </a:xfrm>
          <a:prstGeom prst="rect">
            <a:avLst/>
          </a:prstGeom>
        </p:spPr>
      </p:pic>
    </p:spTree>
    <p:extLst>
      <p:ext uri="{BB962C8B-B14F-4D97-AF65-F5344CB8AC3E}">
        <p14:creationId xmlns:p14="http://schemas.microsoft.com/office/powerpoint/2010/main" val="22459884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95853-BE5B-4526-AC5A-BB38824757C6}"/>
              </a:ext>
            </a:extLst>
          </p:cNvPr>
          <p:cNvSpPr>
            <a:spLocks noGrp="1"/>
          </p:cNvSpPr>
          <p:nvPr>
            <p:ph type="title"/>
          </p:nvPr>
        </p:nvSpPr>
        <p:spPr/>
        <p:txBody>
          <a:bodyPr/>
          <a:lstStyle/>
          <a:p>
            <a:r>
              <a:rPr lang="en-US" dirty="0"/>
              <a:t>Mandatory conditions for ca</a:t>
            </a:r>
          </a:p>
        </p:txBody>
      </p:sp>
      <p:sp>
        <p:nvSpPr>
          <p:cNvPr id="3" name="Text Placeholder 2">
            <a:extLst>
              <a:ext uri="{FF2B5EF4-FFF2-40B4-BE49-F238E27FC236}">
                <a16:creationId xmlns:a16="http://schemas.microsoft.com/office/drawing/2014/main" id="{1FE2D0D0-EBB8-4840-A451-923F6BF4C1BA}"/>
              </a:ext>
            </a:extLst>
          </p:cNvPr>
          <p:cNvSpPr>
            <a:spLocks noGrp="1"/>
          </p:cNvSpPr>
          <p:nvPr>
            <p:ph type="body" idx="1"/>
          </p:nvPr>
        </p:nvSpPr>
        <p:spPr/>
        <p:txBody>
          <a:bodyPr/>
          <a:lstStyle/>
          <a:p>
            <a:r>
              <a:rPr lang="en-US" dirty="0"/>
              <a:t>Programming practice marks will be awarded based upon performance in best 2 Code based test. There are total 3 code best test out of which best 2 will be considered. </a:t>
            </a:r>
          </a:p>
          <a:p>
            <a:r>
              <a:rPr lang="en-US" dirty="0"/>
              <a:t>Each Code based test will contain 10 MCQ questions each of 1 marks and 2 coding questions each of 10 marks.</a:t>
            </a:r>
          </a:p>
          <a:p>
            <a:r>
              <a:rPr lang="en-US" dirty="0"/>
              <a:t>Duration for code based test will be 1 hours</a:t>
            </a:r>
          </a:p>
          <a:p>
            <a:pPr marL="131445" indent="0">
              <a:buNone/>
            </a:pPr>
            <a:endParaRPr lang="en-US" dirty="0"/>
          </a:p>
        </p:txBody>
      </p:sp>
    </p:spTree>
    <p:extLst>
      <p:ext uri="{BB962C8B-B14F-4D97-AF65-F5344CB8AC3E}">
        <p14:creationId xmlns:p14="http://schemas.microsoft.com/office/powerpoint/2010/main" val="3724290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3CA4C48-CE0B-4A2B-9B2D-7FA8AFD76DDE}"/>
              </a:ext>
            </a:extLst>
          </p:cNvPr>
          <p:cNvGraphicFramePr>
            <a:graphicFrameLocks noGrp="1"/>
          </p:cNvGraphicFramePr>
          <p:nvPr>
            <p:extLst>
              <p:ext uri="{D42A27DB-BD31-4B8C-83A1-F6EECF244321}">
                <p14:modId xmlns:p14="http://schemas.microsoft.com/office/powerpoint/2010/main" val="2897607988"/>
              </p:ext>
            </p:extLst>
          </p:nvPr>
        </p:nvGraphicFramePr>
        <p:xfrm>
          <a:off x="1523999" y="1762759"/>
          <a:ext cx="6677466" cy="4398890"/>
        </p:xfrm>
        <a:graphic>
          <a:graphicData uri="http://schemas.openxmlformats.org/drawingml/2006/table">
            <a:tbl>
              <a:tblPr firstRow="1" bandRow="1">
                <a:tableStyleId>{C968CECF-D994-4761-80F2-84F15F6AF3F2}</a:tableStyleId>
              </a:tblPr>
              <a:tblGrid>
                <a:gridCol w="3338733">
                  <a:extLst>
                    <a:ext uri="{9D8B030D-6E8A-4147-A177-3AD203B41FA5}">
                      <a16:colId xmlns:a16="http://schemas.microsoft.com/office/drawing/2014/main" val="2075190057"/>
                    </a:ext>
                  </a:extLst>
                </a:gridCol>
                <a:gridCol w="3338733">
                  <a:extLst>
                    <a:ext uri="{9D8B030D-6E8A-4147-A177-3AD203B41FA5}">
                      <a16:colId xmlns:a16="http://schemas.microsoft.com/office/drawing/2014/main" val="2099609626"/>
                    </a:ext>
                  </a:extLst>
                </a:gridCol>
              </a:tblGrid>
              <a:tr h="644665">
                <a:tc>
                  <a:txBody>
                    <a:bodyPr/>
                    <a:lstStyle/>
                    <a:p>
                      <a:r>
                        <a:rPr lang="en-US" dirty="0"/>
                        <a:t>Performance in best 2 Code based test[x]</a:t>
                      </a:r>
                    </a:p>
                  </a:txBody>
                  <a:tcPr/>
                </a:tc>
                <a:tc>
                  <a:txBody>
                    <a:bodyPr/>
                    <a:lstStyle/>
                    <a:p>
                      <a:r>
                        <a:rPr lang="en-US" dirty="0"/>
                        <a:t>Weightage of programming practice </a:t>
                      </a:r>
                    </a:p>
                  </a:txBody>
                  <a:tcPr/>
                </a:tc>
                <a:extLst>
                  <a:ext uri="{0D108BD9-81ED-4DB2-BD59-A6C34878D82A}">
                    <a16:rowId xmlns:a16="http://schemas.microsoft.com/office/drawing/2014/main" val="3215741620"/>
                  </a:ext>
                </a:extLst>
              </a:tr>
              <a:tr h="644665">
                <a:tc>
                  <a:txBody>
                    <a:bodyPr/>
                    <a:lstStyle/>
                    <a:p>
                      <a:r>
                        <a:rPr lang="en-US" dirty="0"/>
                        <a:t>x&gt;=81 percent</a:t>
                      </a:r>
                    </a:p>
                  </a:txBody>
                  <a:tcPr/>
                </a:tc>
                <a:tc>
                  <a:txBody>
                    <a:bodyPr/>
                    <a:lstStyle/>
                    <a:p>
                      <a:r>
                        <a:rPr lang="en-US" dirty="0"/>
                        <a:t>100 percent marks of programming practice</a:t>
                      </a:r>
                    </a:p>
                  </a:txBody>
                  <a:tcPr/>
                </a:tc>
                <a:extLst>
                  <a:ext uri="{0D108BD9-81ED-4DB2-BD59-A6C34878D82A}">
                    <a16:rowId xmlns:a16="http://schemas.microsoft.com/office/drawing/2014/main" val="4235555437"/>
                  </a:ext>
                </a:extLst>
              </a:tr>
              <a:tr h="644665">
                <a:tc>
                  <a:txBody>
                    <a:bodyPr/>
                    <a:lstStyle/>
                    <a:p>
                      <a:r>
                        <a:rPr lang="en-US" dirty="0"/>
                        <a:t>71&lt;=x&lt;=80</a:t>
                      </a:r>
                    </a:p>
                  </a:txBody>
                  <a:tcPr/>
                </a:tc>
                <a:tc>
                  <a:txBody>
                    <a:bodyPr/>
                    <a:lstStyle/>
                    <a:p>
                      <a:r>
                        <a:rPr lang="en-US" dirty="0"/>
                        <a:t>70 percent marks of programming practice</a:t>
                      </a:r>
                    </a:p>
                  </a:txBody>
                  <a:tcPr/>
                </a:tc>
                <a:extLst>
                  <a:ext uri="{0D108BD9-81ED-4DB2-BD59-A6C34878D82A}">
                    <a16:rowId xmlns:a16="http://schemas.microsoft.com/office/drawing/2014/main" val="3001714066"/>
                  </a:ext>
                </a:extLst>
              </a:tr>
              <a:tr h="910115">
                <a:tc>
                  <a:txBody>
                    <a:bodyPr/>
                    <a:lstStyle/>
                    <a:p>
                      <a:r>
                        <a:rPr lang="en-US" dirty="0"/>
                        <a:t>51&lt;=x&lt;=70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50 percent marks of programming practice</a:t>
                      </a:r>
                    </a:p>
                    <a:p>
                      <a:endParaRPr lang="en-US" dirty="0"/>
                    </a:p>
                  </a:txBody>
                  <a:tcPr/>
                </a:tc>
                <a:extLst>
                  <a:ext uri="{0D108BD9-81ED-4DB2-BD59-A6C34878D82A}">
                    <a16:rowId xmlns:a16="http://schemas.microsoft.com/office/drawing/2014/main" val="3281843179"/>
                  </a:ext>
                </a:extLst>
              </a:tr>
              <a:tr h="910115">
                <a:tc>
                  <a:txBody>
                    <a:bodyPr/>
                    <a:lstStyle/>
                    <a:p>
                      <a:r>
                        <a:rPr lang="en-US" dirty="0"/>
                        <a:t>30&lt;=x&lt;=50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30 percent marks of programming practice</a:t>
                      </a:r>
                    </a:p>
                    <a:p>
                      <a:endParaRPr lang="en-US" dirty="0"/>
                    </a:p>
                  </a:txBody>
                  <a:tcPr/>
                </a:tc>
                <a:extLst>
                  <a:ext uri="{0D108BD9-81ED-4DB2-BD59-A6C34878D82A}">
                    <a16:rowId xmlns:a16="http://schemas.microsoft.com/office/drawing/2014/main" val="2599805252"/>
                  </a:ext>
                </a:extLst>
              </a:tr>
              <a:tr h="644665">
                <a:tc>
                  <a:txBody>
                    <a:bodyPr/>
                    <a:lstStyle/>
                    <a:p>
                      <a:r>
                        <a:rPr lang="en-US" dirty="0"/>
                        <a:t>X&lt;30</a:t>
                      </a:r>
                    </a:p>
                  </a:txBody>
                  <a:tcPr/>
                </a:tc>
                <a:tc>
                  <a:txBody>
                    <a:bodyPr/>
                    <a:lstStyle/>
                    <a:p>
                      <a:r>
                        <a:rPr lang="en-US" dirty="0"/>
                        <a:t>No marks will be awarded in programming practice</a:t>
                      </a:r>
                    </a:p>
                  </a:txBody>
                  <a:tcPr/>
                </a:tc>
                <a:extLst>
                  <a:ext uri="{0D108BD9-81ED-4DB2-BD59-A6C34878D82A}">
                    <a16:rowId xmlns:a16="http://schemas.microsoft.com/office/drawing/2014/main" val="2046724980"/>
                  </a:ext>
                </a:extLst>
              </a:tr>
            </a:tbl>
          </a:graphicData>
        </a:graphic>
      </p:graphicFrame>
    </p:spTree>
    <p:extLst>
      <p:ext uri="{BB962C8B-B14F-4D97-AF65-F5344CB8AC3E}">
        <p14:creationId xmlns:p14="http://schemas.microsoft.com/office/powerpoint/2010/main" val="7903167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F40621EB-02AC-45D2-92F6-6DCDCA71401F}"/>
              </a:ext>
            </a:extLst>
          </p:cNvPr>
          <p:cNvGraphicFramePr>
            <a:graphicFrameLocks noGrp="1"/>
          </p:cNvGraphicFramePr>
          <p:nvPr>
            <p:extLst>
              <p:ext uri="{D42A27DB-BD31-4B8C-83A1-F6EECF244321}">
                <p14:modId xmlns:p14="http://schemas.microsoft.com/office/powerpoint/2010/main" val="3722118794"/>
              </p:ext>
            </p:extLst>
          </p:nvPr>
        </p:nvGraphicFramePr>
        <p:xfrm>
          <a:off x="196948" y="696327"/>
          <a:ext cx="7188590" cy="3547770"/>
        </p:xfrm>
        <a:graphic>
          <a:graphicData uri="http://schemas.openxmlformats.org/drawingml/2006/table">
            <a:tbl>
              <a:tblPr firstRow="1" bandRow="1">
                <a:tableStyleId>{C968CECF-D994-4761-80F2-84F15F6AF3F2}</a:tableStyleId>
              </a:tblPr>
              <a:tblGrid>
                <a:gridCol w="803829">
                  <a:extLst>
                    <a:ext uri="{9D8B030D-6E8A-4147-A177-3AD203B41FA5}">
                      <a16:colId xmlns:a16="http://schemas.microsoft.com/office/drawing/2014/main" val="4268058310"/>
                    </a:ext>
                  </a:extLst>
                </a:gridCol>
                <a:gridCol w="1037669">
                  <a:extLst>
                    <a:ext uri="{9D8B030D-6E8A-4147-A177-3AD203B41FA5}">
                      <a16:colId xmlns:a16="http://schemas.microsoft.com/office/drawing/2014/main" val="2268540235"/>
                    </a:ext>
                  </a:extLst>
                </a:gridCol>
                <a:gridCol w="833058">
                  <a:extLst>
                    <a:ext uri="{9D8B030D-6E8A-4147-A177-3AD203B41FA5}">
                      <a16:colId xmlns:a16="http://schemas.microsoft.com/office/drawing/2014/main" val="3691609717"/>
                    </a:ext>
                  </a:extLst>
                </a:gridCol>
                <a:gridCol w="757961">
                  <a:extLst>
                    <a:ext uri="{9D8B030D-6E8A-4147-A177-3AD203B41FA5}">
                      <a16:colId xmlns:a16="http://schemas.microsoft.com/office/drawing/2014/main" val="1143662289"/>
                    </a:ext>
                  </a:extLst>
                </a:gridCol>
                <a:gridCol w="1322363">
                  <a:extLst>
                    <a:ext uri="{9D8B030D-6E8A-4147-A177-3AD203B41FA5}">
                      <a16:colId xmlns:a16="http://schemas.microsoft.com/office/drawing/2014/main" val="104446088"/>
                    </a:ext>
                  </a:extLst>
                </a:gridCol>
                <a:gridCol w="1111347">
                  <a:extLst>
                    <a:ext uri="{9D8B030D-6E8A-4147-A177-3AD203B41FA5}">
                      <a16:colId xmlns:a16="http://schemas.microsoft.com/office/drawing/2014/main" val="3952993512"/>
                    </a:ext>
                  </a:extLst>
                </a:gridCol>
                <a:gridCol w="1322363">
                  <a:extLst>
                    <a:ext uri="{9D8B030D-6E8A-4147-A177-3AD203B41FA5}">
                      <a16:colId xmlns:a16="http://schemas.microsoft.com/office/drawing/2014/main" val="181510103"/>
                    </a:ext>
                  </a:extLst>
                </a:gridCol>
              </a:tblGrid>
              <a:tr h="787425">
                <a:tc>
                  <a:txBody>
                    <a:bodyPr/>
                    <a:lstStyle/>
                    <a:p>
                      <a:r>
                        <a:rPr lang="en-US" dirty="0"/>
                        <a:t>Code Based Test 1 (30)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Code Based Test 2</a:t>
                      </a:r>
                    </a:p>
                    <a:p>
                      <a:r>
                        <a:rPr lang="en-US" dirty="0"/>
                        <a:t>(30)</a:t>
                      </a:r>
                    </a:p>
                  </a:txBody>
                  <a:tcPr/>
                </a:tc>
                <a:tc>
                  <a:txBody>
                    <a:bodyPr/>
                    <a:lstStyle/>
                    <a:p>
                      <a:r>
                        <a:rPr lang="en-US" dirty="0"/>
                        <a:t>Code Based Test 3 (30)</a:t>
                      </a:r>
                    </a:p>
                  </a:txBody>
                  <a:tcPr/>
                </a:tc>
                <a:tc>
                  <a:txBody>
                    <a:bodyPr/>
                    <a:lstStyle/>
                    <a:p>
                      <a:r>
                        <a:rPr lang="en-US" dirty="0"/>
                        <a:t>Best 2 code based </a:t>
                      </a:r>
                    </a:p>
                  </a:txBody>
                  <a:tcPr/>
                </a:tc>
                <a:tc>
                  <a:txBody>
                    <a:bodyPr/>
                    <a:lstStyle/>
                    <a:p>
                      <a:r>
                        <a:rPr lang="en-US" dirty="0"/>
                        <a:t>Percentage</a:t>
                      </a:r>
                    </a:p>
                  </a:txBody>
                  <a:tcPr/>
                </a:tc>
                <a:tc>
                  <a:txBody>
                    <a:bodyPr/>
                    <a:lstStyle/>
                    <a:p>
                      <a:r>
                        <a:rPr lang="en-US" dirty="0"/>
                        <a:t>Programming Practice Question attempted</a:t>
                      </a:r>
                    </a:p>
                  </a:txBody>
                  <a:tcPr/>
                </a:tc>
                <a:tc>
                  <a:txBody>
                    <a:bodyPr/>
                    <a:lstStyle/>
                    <a:p>
                      <a:r>
                        <a:rPr lang="en-US" dirty="0"/>
                        <a:t>programming practice marks(out of 40)</a:t>
                      </a:r>
                    </a:p>
                  </a:txBody>
                  <a:tcPr/>
                </a:tc>
                <a:extLst>
                  <a:ext uri="{0D108BD9-81ED-4DB2-BD59-A6C34878D82A}">
                    <a16:rowId xmlns:a16="http://schemas.microsoft.com/office/drawing/2014/main" val="3016567738"/>
                  </a:ext>
                </a:extLst>
              </a:tr>
              <a:tr h="520578">
                <a:tc>
                  <a:txBody>
                    <a:bodyPr/>
                    <a:lstStyle/>
                    <a:p>
                      <a:r>
                        <a:rPr lang="en-US" dirty="0"/>
                        <a:t>24</a:t>
                      </a:r>
                    </a:p>
                  </a:txBody>
                  <a:tcPr/>
                </a:tc>
                <a:tc>
                  <a:txBody>
                    <a:bodyPr/>
                    <a:lstStyle/>
                    <a:p>
                      <a:r>
                        <a:rPr lang="en-US" dirty="0"/>
                        <a:t>16</a:t>
                      </a:r>
                    </a:p>
                  </a:txBody>
                  <a:tcPr/>
                </a:tc>
                <a:tc>
                  <a:txBody>
                    <a:bodyPr/>
                    <a:lstStyle/>
                    <a:p>
                      <a:r>
                        <a:rPr lang="en-US" dirty="0"/>
                        <a:t>21</a:t>
                      </a:r>
                    </a:p>
                  </a:txBody>
                  <a:tcPr/>
                </a:tc>
                <a:tc>
                  <a:txBody>
                    <a:bodyPr/>
                    <a:lstStyle/>
                    <a:p>
                      <a:r>
                        <a:rPr lang="en-US" dirty="0"/>
                        <a:t>45</a:t>
                      </a:r>
                    </a:p>
                  </a:txBody>
                  <a:tcPr/>
                </a:tc>
                <a:tc>
                  <a:txBody>
                    <a:bodyPr/>
                    <a:lstStyle/>
                    <a:p>
                      <a:r>
                        <a:rPr lang="en-US" dirty="0"/>
                        <a:t>45/60*100=75%</a:t>
                      </a:r>
                    </a:p>
                  </a:txBody>
                  <a:tcPr/>
                </a:tc>
                <a:tc>
                  <a:txBody>
                    <a:bodyPr/>
                    <a:lstStyle/>
                    <a:p>
                      <a:r>
                        <a:rPr lang="en-US" dirty="0"/>
                        <a:t>100</a:t>
                      </a:r>
                    </a:p>
                  </a:txBody>
                  <a:tcPr/>
                </a:tc>
                <a:tc>
                  <a:txBody>
                    <a:bodyPr/>
                    <a:lstStyle/>
                    <a:p>
                      <a:r>
                        <a:rPr lang="en-US" dirty="0"/>
                        <a:t>40</a:t>
                      </a:r>
                    </a:p>
                  </a:txBody>
                  <a:tcPr/>
                </a:tc>
                <a:extLst>
                  <a:ext uri="{0D108BD9-81ED-4DB2-BD59-A6C34878D82A}">
                    <a16:rowId xmlns:a16="http://schemas.microsoft.com/office/drawing/2014/main" val="659438195"/>
                  </a:ext>
                </a:extLst>
              </a:tr>
              <a:tr h="520578">
                <a:tc>
                  <a:txBody>
                    <a:bodyPr/>
                    <a:lstStyle/>
                    <a:p>
                      <a:r>
                        <a:rPr lang="en-US" dirty="0"/>
                        <a:t>30</a:t>
                      </a:r>
                    </a:p>
                  </a:txBody>
                  <a:tcPr/>
                </a:tc>
                <a:tc>
                  <a:txBody>
                    <a:bodyPr/>
                    <a:lstStyle/>
                    <a:p>
                      <a:r>
                        <a:rPr lang="en-US" dirty="0"/>
                        <a:t>30</a:t>
                      </a:r>
                    </a:p>
                  </a:txBody>
                  <a:tcPr/>
                </a:tc>
                <a:tc>
                  <a:txBody>
                    <a:bodyPr/>
                    <a:lstStyle/>
                    <a:p>
                      <a:r>
                        <a:rPr lang="en-US" dirty="0"/>
                        <a:t>20</a:t>
                      </a:r>
                    </a:p>
                  </a:txBody>
                  <a:tcPr/>
                </a:tc>
                <a:tc>
                  <a:txBody>
                    <a:bodyPr/>
                    <a:lstStyle/>
                    <a:p>
                      <a:r>
                        <a:rPr lang="en-US" dirty="0"/>
                        <a:t>60</a:t>
                      </a:r>
                    </a:p>
                  </a:txBody>
                  <a:tcPr/>
                </a:tc>
                <a:tc>
                  <a:txBody>
                    <a:bodyPr/>
                    <a:lstStyle/>
                    <a:p>
                      <a:r>
                        <a:rPr lang="en-US" dirty="0"/>
                        <a:t>60/60*100=100%</a:t>
                      </a:r>
                    </a:p>
                  </a:txBody>
                  <a:tcPr/>
                </a:tc>
                <a:tc>
                  <a:txBody>
                    <a:bodyPr/>
                    <a:lstStyle/>
                    <a:p>
                      <a:r>
                        <a:rPr lang="en-US" dirty="0"/>
                        <a:t>80</a:t>
                      </a:r>
                    </a:p>
                  </a:txBody>
                  <a:tcPr/>
                </a:tc>
                <a:tc>
                  <a:txBody>
                    <a:bodyPr/>
                    <a:lstStyle/>
                    <a:p>
                      <a:r>
                        <a:rPr lang="en-US" dirty="0"/>
                        <a:t>24</a:t>
                      </a:r>
                    </a:p>
                  </a:txBody>
                  <a:tcPr/>
                </a:tc>
                <a:extLst>
                  <a:ext uri="{0D108BD9-81ED-4DB2-BD59-A6C34878D82A}">
                    <a16:rowId xmlns:a16="http://schemas.microsoft.com/office/drawing/2014/main" val="850802891"/>
                  </a:ext>
                </a:extLst>
              </a:tr>
              <a:tr h="520578">
                <a:tc>
                  <a:txBody>
                    <a:bodyPr/>
                    <a:lstStyle/>
                    <a:p>
                      <a:r>
                        <a:rPr lang="en-US" dirty="0"/>
                        <a:t>15</a:t>
                      </a:r>
                    </a:p>
                  </a:txBody>
                  <a:tcPr/>
                </a:tc>
                <a:tc>
                  <a:txBody>
                    <a:bodyPr/>
                    <a:lstStyle/>
                    <a:p>
                      <a:r>
                        <a:rPr lang="en-US" dirty="0"/>
                        <a:t>30</a:t>
                      </a:r>
                    </a:p>
                  </a:txBody>
                  <a:tcPr/>
                </a:tc>
                <a:tc>
                  <a:txBody>
                    <a:bodyPr/>
                    <a:lstStyle/>
                    <a:p>
                      <a:r>
                        <a:rPr lang="en-US" dirty="0"/>
                        <a:t>15</a:t>
                      </a:r>
                    </a:p>
                  </a:txBody>
                  <a:tcPr/>
                </a:tc>
                <a:tc>
                  <a:txBody>
                    <a:bodyPr/>
                    <a:lstStyle/>
                    <a:p>
                      <a:r>
                        <a:rPr lang="en-US" dirty="0"/>
                        <a:t>45</a:t>
                      </a:r>
                    </a:p>
                  </a:txBody>
                  <a:tcPr/>
                </a:tc>
                <a:tc>
                  <a:txBody>
                    <a:bodyPr/>
                    <a:lstStyle/>
                    <a:p>
                      <a:r>
                        <a:rPr lang="en-US" dirty="0"/>
                        <a:t>45/60*100=75%</a:t>
                      </a:r>
                    </a:p>
                  </a:txBody>
                  <a:tcPr/>
                </a:tc>
                <a:tc>
                  <a:txBody>
                    <a:bodyPr/>
                    <a:lstStyle/>
                    <a:p>
                      <a:r>
                        <a:rPr lang="en-US" dirty="0"/>
                        <a:t>80</a:t>
                      </a:r>
                    </a:p>
                  </a:txBody>
                  <a:tcPr/>
                </a:tc>
                <a:tc>
                  <a:txBody>
                    <a:bodyPr/>
                    <a:lstStyle/>
                    <a:p>
                      <a:r>
                        <a:rPr lang="en-US" dirty="0"/>
                        <a:t>24</a:t>
                      </a:r>
                    </a:p>
                  </a:txBody>
                  <a:tcPr/>
                </a:tc>
                <a:extLst>
                  <a:ext uri="{0D108BD9-81ED-4DB2-BD59-A6C34878D82A}">
                    <a16:rowId xmlns:a16="http://schemas.microsoft.com/office/drawing/2014/main" val="2881869081"/>
                  </a:ext>
                </a:extLst>
              </a:tr>
              <a:tr h="520578">
                <a:tc>
                  <a:txBody>
                    <a:bodyPr/>
                    <a:lstStyle/>
                    <a:p>
                      <a:r>
                        <a:rPr lang="en-US" dirty="0"/>
                        <a:t>30</a:t>
                      </a:r>
                    </a:p>
                  </a:txBody>
                  <a:tcPr/>
                </a:tc>
                <a:tc>
                  <a:txBody>
                    <a:bodyPr/>
                    <a:lstStyle/>
                    <a:p>
                      <a:r>
                        <a:rPr lang="en-US" dirty="0"/>
                        <a:t>30</a:t>
                      </a:r>
                    </a:p>
                  </a:txBody>
                  <a:tcPr/>
                </a:tc>
                <a:tc>
                  <a:txBody>
                    <a:bodyPr/>
                    <a:lstStyle/>
                    <a:p>
                      <a:r>
                        <a:rPr lang="en-US" dirty="0"/>
                        <a:t>10</a:t>
                      </a:r>
                    </a:p>
                  </a:txBody>
                  <a:tcPr/>
                </a:tc>
                <a:tc>
                  <a:txBody>
                    <a:bodyPr/>
                    <a:lstStyle/>
                    <a:p>
                      <a:r>
                        <a:rPr lang="en-US" dirty="0"/>
                        <a:t>60</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60/60*100=100%</a:t>
                      </a:r>
                    </a:p>
                  </a:txBody>
                  <a:tcPr/>
                </a:tc>
                <a:tc>
                  <a:txBody>
                    <a:bodyPr/>
                    <a:lstStyle/>
                    <a:p>
                      <a:r>
                        <a:rPr lang="en-US" dirty="0"/>
                        <a:t>40</a:t>
                      </a:r>
                    </a:p>
                  </a:txBody>
                  <a:tcPr/>
                </a:tc>
                <a:tc>
                  <a:txBody>
                    <a:bodyPr/>
                    <a:lstStyle/>
                    <a:p>
                      <a:r>
                        <a:rPr lang="en-US" dirty="0"/>
                        <a:t>0</a:t>
                      </a:r>
                    </a:p>
                  </a:txBody>
                  <a:tcPr/>
                </a:tc>
                <a:extLst>
                  <a:ext uri="{0D108BD9-81ED-4DB2-BD59-A6C34878D82A}">
                    <a16:rowId xmlns:a16="http://schemas.microsoft.com/office/drawing/2014/main" val="2720859124"/>
                  </a:ext>
                </a:extLst>
              </a:tr>
              <a:tr h="520578">
                <a:tc>
                  <a:txBody>
                    <a:bodyPr/>
                    <a:lstStyle/>
                    <a:p>
                      <a:r>
                        <a:rPr lang="en-US" dirty="0"/>
                        <a:t>21</a:t>
                      </a:r>
                    </a:p>
                  </a:txBody>
                  <a:tcPr/>
                </a:tc>
                <a:tc>
                  <a:txBody>
                    <a:bodyPr/>
                    <a:lstStyle/>
                    <a:p>
                      <a:r>
                        <a:rPr lang="en-US" dirty="0"/>
                        <a:t>10</a:t>
                      </a:r>
                    </a:p>
                  </a:txBody>
                  <a:tcPr/>
                </a:tc>
                <a:tc>
                  <a:txBody>
                    <a:bodyPr/>
                    <a:lstStyle/>
                    <a:p>
                      <a:r>
                        <a:rPr lang="en-US" dirty="0"/>
                        <a:t>21</a:t>
                      </a:r>
                    </a:p>
                  </a:txBody>
                  <a:tcPr/>
                </a:tc>
                <a:tc>
                  <a:txBody>
                    <a:bodyPr/>
                    <a:lstStyle/>
                    <a:p>
                      <a:r>
                        <a:rPr lang="en-US" dirty="0"/>
                        <a:t>42</a:t>
                      </a:r>
                    </a:p>
                  </a:txBody>
                  <a:tcPr/>
                </a:tc>
                <a:tc>
                  <a:txBody>
                    <a:bodyPr/>
                    <a:lstStyle/>
                    <a:p>
                      <a:r>
                        <a:rPr lang="en-US" dirty="0"/>
                        <a:t>42/60*100=70%</a:t>
                      </a:r>
                    </a:p>
                  </a:txBody>
                  <a:tcPr/>
                </a:tc>
                <a:tc>
                  <a:txBody>
                    <a:bodyPr/>
                    <a:lstStyle/>
                    <a:p>
                      <a:r>
                        <a:rPr lang="en-US" dirty="0"/>
                        <a:t>90</a:t>
                      </a:r>
                    </a:p>
                  </a:txBody>
                  <a:tcPr/>
                </a:tc>
                <a:tc>
                  <a:txBody>
                    <a:bodyPr/>
                    <a:lstStyle/>
                    <a:p>
                      <a:r>
                        <a:rPr lang="en-US" dirty="0"/>
                        <a:t>32</a:t>
                      </a:r>
                    </a:p>
                  </a:txBody>
                  <a:tcPr/>
                </a:tc>
                <a:extLst>
                  <a:ext uri="{0D108BD9-81ED-4DB2-BD59-A6C34878D82A}">
                    <a16:rowId xmlns:a16="http://schemas.microsoft.com/office/drawing/2014/main" val="4218664325"/>
                  </a:ext>
                </a:extLst>
              </a:tr>
            </a:tbl>
          </a:graphicData>
        </a:graphic>
      </p:graphicFrame>
      <p:sp>
        <p:nvSpPr>
          <p:cNvPr id="6" name="Text Placeholder 5">
            <a:extLst>
              <a:ext uri="{FF2B5EF4-FFF2-40B4-BE49-F238E27FC236}">
                <a16:creationId xmlns:a16="http://schemas.microsoft.com/office/drawing/2014/main" id="{DC776DE3-F924-4390-AA0F-343DE1A703FD}"/>
              </a:ext>
            </a:extLst>
          </p:cNvPr>
          <p:cNvSpPr>
            <a:spLocks noGrp="1"/>
          </p:cNvSpPr>
          <p:nvPr>
            <p:ph type="body" idx="1"/>
          </p:nvPr>
        </p:nvSpPr>
        <p:spPr>
          <a:xfrm>
            <a:off x="337625" y="4684540"/>
            <a:ext cx="8222566" cy="1800665"/>
          </a:xfrm>
        </p:spPr>
        <p:txBody>
          <a:bodyPr>
            <a:noAutofit/>
          </a:bodyPr>
          <a:lstStyle/>
          <a:p>
            <a:pPr marL="131445" indent="0">
              <a:buNone/>
            </a:pPr>
            <a:r>
              <a:rPr lang="en-US" sz="1600" dirty="0"/>
              <a:t>Again assume that there are 100 questions in programming practice and first 50 are mandatory to attempt, marks will be awarded on attempt of next 50 questions. Use the previous table(mentioned in slide 6 ) for programming practice marks calculation. Use table mentioned in slide 8 for Awarded marks based upon code based test</a:t>
            </a:r>
          </a:p>
          <a:p>
            <a:pPr marL="131445" indent="0">
              <a:buNone/>
            </a:pPr>
            <a:endParaRPr lang="en-US" sz="1600" dirty="0"/>
          </a:p>
        </p:txBody>
      </p:sp>
      <p:graphicFrame>
        <p:nvGraphicFramePr>
          <p:cNvPr id="8" name="Table 7">
            <a:extLst>
              <a:ext uri="{FF2B5EF4-FFF2-40B4-BE49-F238E27FC236}">
                <a16:creationId xmlns:a16="http://schemas.microsoft.com/office/drawing/2014/main" id="{8C3D3677-7672-4903-9375-EF9CC0B61FAA}"/>
              </a:ext>
            </a:extLst>
          </p:cNvPr>
          <p:cNvGraphicFramePr>
            <a:graphicFrameLocks noGrp="1"/>
          </p:cNvGraphicFramePr>
          <p:nvPr>
            <p:extLst>
              <p:ext uri="{D42A27DB-BD31-4B8C-83A1-F6EECF244321}">
                <p14:modId xmlns:p14="http://schemas.microsoft.com/office/powerpoint/2010/main" val="1108568742"/>
              </p:ext>
            </p:extLst>
          </p:nvPr>
        </p:nvGraphicFramePr>
        <p:xfrm>
          <a:off x="7385538" y="703337"/>
          <a:ext cx="1434906" cy="3547770"/>
        </p:xfrm>
        <a:graphic>
          <a:graphicData uri="http://schemas.openxmlformats.org/drawingml/2006/table">
            <a:tbl>
              <a:tblPr firstRow="1" bandRow="1">
                <a:tableStyleId>{C968CECF-D994-4761-80F2-84F15F6AF3F2}</a:tableStyleId>
              </a:tblPr>
              <a:tblGrid>
                <a:gridCol w="1434906">
                  <a:extLst>
                    <a:ext uri="{9D8B030D-6E8A-4147-A177-3AD203B41FA5}">
                      <a16:colId xmlns:a16="http://schemas.microsoft.com/office/drawing/2014/main" val="464198013"/>
                    </a:ext>
                  </a:extLst>
                </a:gridCol>
              </a:tblGrid>
              <a:tr h="787425">
                <a:tc>
                  <a:txBody>
                    <a:bodyPr/>
                    <a:lstStyle/>
                    <a:p>
                      <a:r>
                        <a:rPr lang="en-US" dirty="0"/>
                        <a:t>Awarded marks based upon code based test( out of 40)</a:t>
                      </a:r>
                    </a:p>
                  </a:txBody>
                  <a:tcPr/>
                </a:tc>
                <a:extLst>
                  <a:ext uri="{0D108BD9-81ED-4DB2-BD59-A6C34878D82A}">
                    <a16:rowId xmlns:a16="http://schemas.microsoft.com/office/drawing/2014/main" val="2120741832"/>
                  </a:ext>
                </a:extLst>
              </a:tr>
              <a:tr h="520578">
                <a:tc>
                  <a:txBody>
                    <a:bodyPr/>
                    <a:lstStyle/>
                    <a:p>
                      <a:r>
                        <a:rPr lang="en-US" dirty="0"/>
                        <a:t>40*70/100=28</a:t>
                      </a:r>
                    </a:p>
                  </a:txBody>
                  <a:tcPr/>
                </a:tc>
                <a:extLst>
                  <a:ext uri="{0D108BD9-81ED-4DB2-BD59-A6C34878D82A}">
                    <a16:rowId xmlns:a16="http://schemas.microsoft.com/office/drawing/2014/main" val="739294660"/>
                  </a:ext>
                </a:extLst>
              </a:tr>
              <a:tr h="520578">
                <a:tc>
                  <a:txBody>
                    <a:bodyPr/>
                    <a:lstStyle/>
                    <a:p>
                      <a:r>
                        <a:rPr lang="en-US" dirty="0"/>
                        <a:t>24*100/100=24</a:t>
                      </a:r>
                    </a:p>
                  </a:txBody>
                  <a:tcPr/>
                </a:tc>
                <a:extLst>
                  <a:ext uri="{0D108BD9-81ED-4DB2-BD59-A6C34878D82A}">
                    <a16:rowId xmlns:a16="http://schemas.microsoft.com/office/drawing/2014/main" val="1593997114"/>
                  </a:ext>
                </a:extLst>
              </a:tr>
              <a:tr h="520578">
                <a:tc>
                  <a:txBody>
                    <a:bodyPr/>
                    <a:lstStyle/>
                    <a:p>
                      <a:r>
                        <a:rPr lang="en-US" dirty="0"/>
                        <a:t>24*70/100=16.8</a:t>
                      </a:r>
                    </a:p>
                  </a:txBody>
                  <a:tcPr/>
                </a:tc>
                <a:extLst>
                  <a:ext uri="{0D108BD9-81ED-4DB2-BD59-A6C34878D82A}">
                    <a16:rowId xmlns:a16="http://schemas.microsoft.com/office/drawing/2014/main" val="3678989826"/>
                  </a:ext>
                </a:extLst>
              </a:tr>
              <a:tr h="520578">
                <a:tc>
                  <a:txBody>
                    <a:bodyPr/>
                    <a:lstStyle/>
                    <a:p>
                      <a:r>
                        <a:rPr lang="en-US" dirty="0"/>
                        <a:t>0</a:t>
                      </a:r>
                    </a:p>
                  </a:txBody>
                  <a:tcPr/>
                </a:tc>
                <a:extLst>
                  <a:ext uri="{0D108BD9-81ED-4DB2-BD59-A6C34878D82A}">
                    <a16:rowId xmlns:a16="http://schemas.microsoft.com/office/drawing/2014/main" val="1716175367"/>
                  </a:ext>
                </a:extLst>
              </a:tr>
              <a:tr h="520578">
                <a:tc>
                  <a:txBody>
                    <a:bodyPr/>
                    <a:lstStyle/>
                    <a:p>
                      <a:r>
                        <a:rPr lang="en-US" dirty="0"/>
                        <a:t>?</a:t>
                      </a:r>
                    </a:p>
                  </a:txBody>
                  <a:tcPr/>
                </a:tc>
                <a:extLst>
                  <a:ext uri="{0D108BD9-81ED-4DB2-BD59-A6C34878D82A}">
                    <a16:rowId xmlns:a16="http://schemas.microsoft.com/office/drawing/2014/main" val="2830480679"/>
                  </a:ext>
                </a:extLst>
              </a:tr>
            </a:tbl>
          </a:graphicData>
        </a:graphic>
      </p:graphicFrame>
    </p:spTree>
    <p:extLst>
      <p:ext uri="{BB962C8B-B14F-4D97-AF65-F5344CB8AC3E}">
        <p14:creationId xmlns:p14="http://schemas.microsoft.com/office/powerpoint/2010/main" val="397332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E06ED-0E02-4484-BB28-C4CD4D20566E}"/>
              </a:ext>
            </a:extLst>
          </p:cNvPr>
          <p:cNvSpPr>
            <a:spLocks noGrp="1"/>
          </p:cNvSpPr>
          <p:nvPr>
            <p:ph type="title"/>
          </p:nvPr>
        </p:nvSpPr>
        <p:spPr/>
        <p:txBody>
          <a:bodyPr/>
          <a:lstStyle/>
          <a:p>
            <a:r>
              <a:rPr lang="en-US" dirty="0"/>
              <a:t>Answer</a:t>
            </a:r>
          </a:p>
        </p:txBody>
      </p:sp>
      <p:sp>
        <p:nvSpPr>
          <p:cNvPr id="3" name="Text Placeholder 2">
            <a:extLst>
              <a:ext uri="{FF2B5EF4-FFF2-40B4-BE49-F238E27FC236}">
                <a16:creationId xmlns:a16="http://schemas.microsoft.com/office/drawing/2014/main" id="{A2A6A418-ECBE-45AB-B4DC-31B3B2F2441F}"/>
              </a:ext>
            </a:extLst>
          </p:cNvPr>
          <p:cNvSpPr>
            <a:spLocks noGrp="1"/>
          </p:cNvSpPr>
          <p:nvPr>
            <p:ph type="body" idx="1"/>
          </p:nvPr>
        </p:nvSpPr>
        <p:spPr/>
        <p:txBody>
          <a:bodyPr/>
          <a:lstStyle/>
          <a:p>
            <a:pPr marL="131445" indent="0">
              <a:buNone/>
            </a:pPr>
            <a:r>
              <a:rPr lang="en-US" dirty="0"/>
              <a:t>16</a:t>
            </a:r>
          </a:p>
        </p:txBody>
      </p:sp>
    </p:spTree>
    <p:extLst>
      <p:ext uri="{BB962C8B-B14F-4D97-AF65-F5344CB8AC3E}">
        <p14:creationId xmlns:p14="http://schemas.microsoft.com/office/powerpoint/2010/main" val="26759371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0213F4-2C07-4DD0-A968-021C1E228101}"/>
              </a:ext>
            </a:extLst>
          </p:cNvPr>
          <p:cNvSpPr>
            <a:spLocks noGrp="1"/>
          </p:cNvSpPr>
          <p:nvPr>
            <p:ph type="title"/>
          </p:nvPr>
        </p:nvSpPr>
        <p:spPr/>
        <p:txBody>
          <a:bodyPr/>
          <a:lstStyle/>
          <a:p>
            <a:r>
              <a:rPr lang="en-US" dirty="0"/>
              <a:t>Star Course</a:t>
            </a:r>
          </a:p>
        </p:txBody>
      </p:sp>
      <p:sp>
        <p:nvSpPr>
          <p:cNvPr id="3" name="Text Placeholder 2">
            <a:extLst>
              <a:ext uri="{FF2B5EF4-FFF2-40B4-BE49-F238E27FC236}">
                <a16:creationId xmlns:a16="http://schemas.microsoft.com/office/drawing/2014/main" id="{DC35713F-6D48-4B61-A964-5E3CA680E42A}"/>
              </a:ext>
            </a:extLst>
          </p:cNvPr>
          <p:cNvSpPr>
            <a:spLocks noGrp="1"/>
          </p:cNvSpPr>
          <p:nvPr>
            <p:ph type="body" idx="1"/>
          </p:nvPr>
        </p:nvSpPr>
        <p:spPr/>
        <p:txBody>
          <a:bodyPr/>
          <a:lstStyle/>
          <a:p>
            <a:pPr marL="131445" indent="0">
              <a:buNone/>
            </a:pPr>
            <a:r>
              <a:rPr lang="en-US" b="1" dirty="0"/>
              <a:t>Hands-on Practice:</a:t>
            </a:r>
            <a:r>
              <a:rPr lang="en-US" dirty="0"/>
              <a:t> A good course which  include interactive coding exercises to help you apply what you've learned.</a:t>
            </a:r>
          </a:p>
          <a:p>
            <a:pPr marL="131445" indent="0">
              <a:buNone/>
            </a:pPr>
            <a:endParaRPr lang="en-US" dirty="0"/>
          </a:p>
          <a:p>
            <a:pPr marL="131445" indent="0">
              <a:buNone/>
            </a:pPr>
            <a:r>
              <a:rPr lang="en-US" dirty="0"/>
              <a:t>This course is a short bite-sized courses that help students develop foundational-level knowledge and skills in Python language. Although the course is packed with high quality content that helps students further  with their learning and earn credits.</a:t>
            </a:r>
          </a:p>
        </p:txBody>
      </p:sp>
    </p:spTree>
    <p:extLst>
      <p:ext uri="{BB962C8B-B14F-4D97-AF65-F5344CB8AC3E}">
        <p14:creationId xmlns:p14="http://schemas.microsoft.com/office/powerpoint/2010/main" val="26272303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5"/>
          <p:cNvSpPr txBox="1">
            <a:spLocks noGrp="1"/>
          </p:cNvSpPr>
          <p:nvPr>
            <p:ph type="title"/>
          </p:nvPr>
        </p:nvSpPr>
        <p:spPr>
          <a:xfrm>
            <a:off x="914400" y="274638"/>
            <a:ext cx="7772400" cy="706090"/>
          </a:xfrm>
          <a:prstGeom prst="rect">
            <a:avLst/>
          </a:prstGeom>
          <a:noFill/>
          <a:ln>
            <a:noFill/>
          </a:ln>
        </p:spPr>
        <p:txBody>
          <a:bodyPr spcFirstLastPara="1" wrap="square" lIns="91425" tIns="45700" rIns="91425" bIns="91425" anchor="b" anchorCtr="0">
            <a:normAutofit fontScale="90000"/>
          </a:bodyPr>
          <a:lstStyle/>
          <a:p>
            <a:pPr marL="0" lvl="0" indent="0" algn="l" rtl="0">
              <a:spcBef>
                <a:spcPts val="0"/>
              </a:spcBef>
              <a:spcAft>
                <a:spcPts val="0"/>
              </a:spcAft>
              <a:buClr>
                <a:srgbClr val="FF0000"/>
              </a:buClr>
              <a:buSzPct val="100000"/>
              <a:buFont typeface="Libre Franklin"/>
              <a:buNone/>
            </a:pPr>
            <a:r>
              <a:rPr lang="en-IN">
                <a:solidFill>
                  <a:srgbClr val="FF0000"/>
                </a:solidFill>
              </a:rPr>
              <a:t>Course Objectives</a:t>
            </a:r>
            <a:endParaRPr/>
          </a:p>
        </p:txBody>
      </p:sp>
      <p:sp>
        <p:nvSpPr>
          <p:cNvPr id="134" name="Google Shape;134;p5"/>
          <p:cNvSpPr txBox="1">
            <a:spLocks noGrp="1"/>
          </p:cNvSpPr>
          <p:nvPr>
            <p:ph type="body" idx="1"/>
          </p:nvPr>
        </p:nvSpPr>
        <p:spPr>
          <a:xfrm>
            <a:off x="457200" y="1196975"/>
            <a:ext cx="8229600" cy="5256361"/>
          </a:xfrm>
          <a:prstGeom prst="rect">
            <a:avLst/>
          </a:prstGeom>
          <a:noFill/>
          <a:ln>
            <a:noFill/>
          </a:ln>
        </p:spPr>
        <p:txBody>
          <a:bodyPr spcFirstLastPara="1" wrap="square" lIns="91425" tIns="45700" rIns="91425" bIns="45700" anchor="t" anchorCtr="0">
            <a:normAutofit fontScale="85000" lnSpcReduction="20000"/>
          </a:bodyPr>
          <a:lstStyle/>
          <a:p>
            <a:pPr marL="0" lvl="0" indent="0">
              <a:spcBef>
                <a:spcPts val="0"/>
              </a:spcBef>
              <a:buNone/>
            </a:pPr>
            <a:r>
              <a:rPr lang="en-US" sz="2400" dirty="0"/>
              <a:t>CO1 :: define the installation of python environment and basics of Python language </a:t>
            </a:r>
          </a:p>
          <a:p>
            <a:pPr marL="0" lvl="0" indent="0">
              <a:spcBef>
                <a:spcPts val="0"/>
              </a:spcBef>
              <a:buNone/>
            </a:pPr>
            <a:endParaRPr lang="en-US" sz="2400" dirty="0"/>
          </a:p>
          <a:p>
            <a:pPr marL="0" lvl="0" indent="0">
              <a:spcBef>
                <a:spcPts val="0"/>
              </a:spcBef>
              <a:buNone/>
            </a:pPr>
            <a:r>
              <a:rPr lang="en-US" sz="2400" dirty="0"/>
              <a:t>CO2 :: apply the condition and iteration statements for evaluating the appropriate alternates </a:t>
            </a:r>
          </a:p>
          <a:p>
            <a:pPr marL="0" lvl="0" indent="0">
              <a:spcBef>
                <a:spcPts val="0"/>
              </a:spcBef>
              <a:buNone/>
            </a:pPr>
            <a:endParaRPr lang="en-US" sz="2400" dirty="0"/>
          </a:p>
          <a:p>
            <a:pPr marL="0" lvl="0" indent="0">
              <a:spcBef>
                <a:spcPts val="0"/>
              </a:spcBef>
              <a:buNone/>
            </a:pPr>
            <a:r>
              <a:rPr lang="en-US" sz="2400" dirty="0"/>
              <a:t>CO3 :: apply to formulate Regular Expressions and use them for Pattern Matching</a:t>
            </a:r>
            <a:r>
              <a:rPr lang="en-IN" sz="2400" dirty="0"/>
              <a:t> encapsulation, polymorphism, and inheritance.</a:t>
            </a:r>
          </a:p>
          <a:p>
            <a:pPr marL="0" lvl="0" indent="0">
              <a:spcBef>
                <a:spcPts val="0"/>
              </a:spcBef>
              <a:buNone/>
            </a:pPr>
            <a:endParaRPr sz="2400" dirty="0"/>
          </a:p>
          <a:p>
            <a:pPr marL="0" lvl="0" indent="0">
              <a:spcBef>
                <a:spcPts val="0"/>
              </a:spcBef>
              <a:buNone/>
            </a:pPr>
            <a:r>
              <a:rPr lang="en-US" sz="2400" dirty="0"/>
              <a:t>CO4 :: construct the core data structures like lists, dictionaries, tuples and sets in Python to store, process and sort the data </a:t>
            </a:r>
          </a:p>
          <a:p>
            <a:pPr marL="0" lvl="0" indent="0">
              <a:spcBef>
                <a:spcPts val="0"/>
              </a:spcBef>
              <a:buNone/>
            </a:pPr>
            <a:endParaRPr lang="en-US" sz="2400" dirty="0"/>
          </a:p>
          <a:p>
            <a:pPr marL="0" lvl="0" indent="0">
              <a:spcBef>
                <a:spcPts val="0"/>
              </a:spcBef>
              <a:buNone/>
            </a:pPr>
            <a:r>
              <a:rPr lang="en-US" sz="2400" dirty="0"/>
              <a:t>CO5 :: apply the concepts of Object-oriented programming as used in Python using encapsulation, polymorphism, and inheritance </a:t>
            </a:r>
          </a:p>
          <a:p>
            <a:pPr marL="0" lvl="0" indent="0">
              <a:spcBef>
                <a:spcPts val="0"/>
              </a:spcBef>
              <a:buNone/>
            </a:pPr>
            <a:endParaRPr lang="en-US" sz="2400" dirty="0"/>
          </a:p>
          <a:p>
            <a:pPr marL="0" lvl="0" indent="0">
              <a:spcBef>
                <a:spcPts val="0"/>
              </a:spcBef>
              <a:buNone/>
            </a:pPr>
            <a:r>
              <a:rPr lang="en-US" sz="2400" dirty="0"/>
              <a:t>CO6 :: apply the external modules for creating and writing data to excel files and inspect the file operations to navigate the file systems</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4">
                                            <p:txEl>
                                              <p:pRg st="0" end="0"/>
                                            </p:txEl>
                                          </p:spTgt>
                                        </p:tgtEl>
                                        <p:attrNameLst>
                                          <p:attrName>style.visibility</p:attrName>
                                        </p:attrNameLst>
                                      </p:cBhvr>
                                      <p:to>
                                        <p:strVal val="visible"/>
                                      </p:to>
                                    </p:set>
                                    <p:anim calcmode="lin" valueType="num">
                                      <p:cBhvr additive="base">
                                        <p:cTn id="7" dur="500"/>
                                        <p:tgtEl>
                                          <p:spTgt spid="13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134">
                                            <p:txEl>
                                              <p:pRg st="2" end="2"/>
                                            </p:txEl>
                                          </p:spTgt>
                                        </p:tgtEl>
                                        <p:attrNameLst>
                                          <p:attrName>style.visibility</p:attrName>
                                        </p:attrNameLst>
                                      </p:cBhvr>
                                      <p:to>
                                        <p:strVal val="visible"/>
                                      </p:to>
                                    </p:set>
                                    <p:anim calcmode="lin" valueType="num">
                                      <p:cBhvr additive="base">
                                        <p:cTn id="12" dur="500"/>
                                        <p:tgtEl>
                                          <p:spTgt spid="13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34">
                                            <p:txEl>
                                              <p:pRg st="4" end="4"/>
                                            </p:txEl>
                                          </p:spTgt>
                                        </p:tgtEl>
                                        <p:attrNameLst>
                                          <p:attrName>style.visibility</p:attrName>
                                        </p:attrNameLst>
                                      </p:cBhvr>
                                      <p:to>
                                        <p:strVal val="visible"/>
                                      </p:to>
                                    </p:set>
                                    <p:anim calcmode="lin" valueType="num">
                                      <p:cBhvr additive="base">
                                        <p:cTn id="17" dur="500"/>
                                        <p:tgtEl>
                                          <p:spTgt spid="134">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Why languages?</a:t>
            </a:r>
            <a:endParaRPr>
              <a:solidFill>
                <a:srgbClr val="FF0000"/>
              </a:solidFill>
            </a:endParaRPr>
          </a:p>
        </p:txBody>
      </p:sp>
      <p:pic>
        <p:nvPicPr>
          <p:cNvPr id="140" name="Google Shape;140;p6" descr="Image result for learning images"/>
          <p:cNvPicPr preferRelativeResize="0"/>
          <p:nvPr/>
        </p:nvPicPr>
        <p:blipFill rotWithShape="1">
          <a:blip r:embed="rId3">
            <a:alphaModFix/>
          </a:blip>
          <a:srcRect/>
          <a:stretch/>
        </p:blipFill>
        <p:spPr>
          <a:xfrm>
            <a:off x="2411760" y="1916832"/>
            <a:ext cx="4131046" cy="3581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fontScale="92500" lnSpcReduction="20000"/>
          </a:bodyPr>
          <a:lstStyle/>
          <a:p>
            <a:pPr marL="274320" lvl="0" indent="-274320" algn="l" rtl="0">
              <a:spcBef>
                <a:spcPts val="0"/>
              </a:spcBef>
              <a:spcAft>
                <a:spcPts val="0"/>
              </a:spcAft>
              <a:buSzPts val="2210"/>
              <a:buNone/>
            </a:pPr>
            <a:endParaRPr b="1">
              <a:solidFill>
                <a:srgbClr val="DF7A75"/>
              </a:solidFill>
            </a:endParaRPr>
          </a:p>
          <a:p>
            <a:pPr marL="274320" lvl="0" indent="-274320" algn="l" rtl="0">
              <a:spcBef>
                <a:spcPts val="580"/>
              </a:spcBef>
              <a:spcAft>
                <a:spcPts val="0"/>
              </a:spcAft>
              <a:buSzPts val="2210"/>
              <a:buNone/>
            </a:pPr>
            <a:endParaRPr b="1">
              <a:solidFill>
                <a:srgbClr val="DF7A75"/>
              </a:solidFill>
            </a:endParaRPr>
          </a:p>
          <a:p>
            <a:pPr marL="274320" lvl="0" indent="-274320" algn="l" rtl="0">
              <a:spcBef>
                <a:spcPts val="580"/>
              </a:spcBef>
              <a:spcAft>
                <a:spcPts val="0"/>
              </a:spcAft>
              <a:buSzPts val="2210"/>
              <a:buNone/>
            </a:pPr>
            <a:endParaRPr b="1">
              <a:solidFill>
                <a:srgbClr val="DF7A75"/>
              </a:solidFill>
            </a:endParaRPr>
          </a:p>
          <a:p>
            <a:pPr marL="274320" lvl="0" indent="-274320" algn="l" rtl="0">
              <a:spcBef>
                <a:spcPts val="580"/>
              </a:spcBef>
              <a:spcAft>
                <a:spcPts val="0"/>
              </a:spcAft>
              <a:buSzPts val="3400"/>
              <a:buNone/>
            </a:pPr>
            <a:r>
              <a:rPr lang="en-IN" sz="4000" b="1">
                <a:solidFill>
                  <a:srgbClr val="DF7A75"/>
                </a:solidFill>
              </a:rPr>
              <a:t>COMPUTER IS  SMART  </a:t>
            </a:r>
            <a:r>
              <a:rPr lang="en-IN" sz="5500" b="1">
                <a:solidFill>
                  <a:srgbClr val="DF7A75"/>
                </a:solidFill>
              </a:rPr>
              <a:t>?????</a:t>
            </a:r>
            <a:endParaRPr/>
          </a:p>
          <a:p>
            <a:pPr marL="274320" lvl="0" indent="-274320" algn="l" rtl="0">
              <a:spcBef>
                <a:spcPts val="580"/>
              </a:spcBef>
              <a:spcAft>
                <a:spcPts val="0"/>
              </a:spcAft>
              <a:buSzPts val="4675"/>
              <a:buNone/>
            </a:pPr>
            <a:endParaRPr sz="5500" b="1">
              <a:solidFill>
                <a:srgbClr val="DF7A75"/>
              </a:solidFill>
            </a:endParaRPr>
          </a:p>
          <a:p>
            <a:pPr marL="274320" lvl="0" indent="-274320" algn="l" rtl="0">
              <a:spcBef>
                <a:spcPts val="580"/>
              </a:spcBef>
              <a:spcAft>
                <a:spcPts val="0"/>
              </a:spcAft>
              <a:buSzPts val="4675"/>
              <a:buNone/>
            </a:pPr>
            <a:endParaRPr sz="5500" b="1">
              <a:solidFill>
                <a:srgbClr val="DF7A75"/>
              </a:solidFill>
            </a:endParaRPr>
          </a:p>
          <a:p>
            <a:pPr marL="274320" lvl="0" indent="-274320" algn="l" rtl="0">
              <a:spcBef>
                <a:spcPts val="580"/>
              </a:spcBef>
              <a:spcAft>
                <a:spcPts val="0"/>
              </a:spcAft>
              <a:buSzPts val="2210"/>
              <a:buNone/>
            </a:pPr>
            <a:r>
              <a:rPr lang="en-IN" b="1" u="sng">
                <a:solidFill>
                  <a:srgbClr val="DF7A75"/>
                </a:solidFill>
                <a:hlinkClick r:id="rId3">
                  <a:extLst>
                    <a:ext uri="{A12FA001-AC4F-418D-AE19-62706E023703}">
                      <ahyp:hlinkClr xmlns:ahyp="http://schemas.microsoft.com/office/drawing/2018/hyperlinkcolor" val="tx"/>
                    </a:ext>
                  </a:extLst>
                </a:hlinkClick>
              </a:rPr>
              <a:t>https://www.youtube.com/watch?v=lfuUiBanVDM</a:t>
            </a:r>
            <a:endParaRPr b="1">
              <a:solidFill>
                <a:srgbClr val="DF7A75"/>
              </a:solidFill>
            </a:endParaRPr>
          </a:p>
          <a:p>
            <a:pPr marL="274320" lvl="0" indent="-274320" algn="l" rtl="0">
              <a:spcBef>
                <a:spcPts val="580"/>
              </a:spcBef>
              <a:spcAft>
                <a:spcPts val="0"/>
              </a:spcAft>
              <a:buSzPts val="4675"/>
              <a:buNone/>
            </a:pPr>
            <a:endParaRPr sz="5500" b="1">
              <a:solidFill>
                <a:srgbClr val="DF7A75"/>
              </a:solidFill>
            </a:endParaRPr>
          </a:p>
          <a:p>
            <a:pPr marL="274320" lvl="0" indent="-274320" algn="l" rtl="0">
              <a:spcBef>
                <a:spcPts val="580"/>
              </a:spcBef>
              <a:spcAft>
                <a:spcPts val="0"/>
              </a:spcAft>
              <a:buSzPts val="4675"/>
              <a:buNone/>
            </a:pPr>
            <a:endParaRPr sz="5500" b="1">
              <a:solidFill>
                <a:srgbClr val="DF7A75"/>
              </a:solidFill>
            </a:endParaRPr>
          </a:p>
          <a:p>
            <a:pPr marL="274320" lvl="0" indent="-274320" algn="l" rtl="0">
              <a:spcBef>
                <a:spcPts val="580"/>
              </a:spcBef>
              <a:spcAft>
                <a:spcPts val="0"/>
              </a:spcAft>
              <a:buSzPts val="4675"/>
              <a:buNone/>
            </a:pPr>
            <a:endParaRPr sz="5500" b="1">
              <a:solidFill>
                <a:srgbClr val="DF7A75"/>
              </a:solidFill>
            </a:endParaRPr>
          </a:p>
        </p:txBody>
      </p:sp>
      <p:pic>
        <p:nvPicPr>
          <p:cNvPr id="146" name="Google Shape;146;p7" descr="0bb35fa5da9d484e5de1932bd5db1ff5.jpg"/>
          <p:cNvPicPr preferRelativeResize="0"/>
          <p:nvPr/>
        </p:nvPicPr>
        <p:blipFill rotWithShape="1">
          <a:blip r:embed="rId4">
            <a:alphaModFix/>
          </a:blip>
          <a:srcRect/>
          <a:stretch/>
        </p:blipFill>
        <p:spPr>
          <a:xfrm>
            <a:off x="2195736" y="548680"/>
            <a:ext cx="4464496" cy="2270513"/>
          </a:xfrm>
          <a:prstGeom prst="rect">
            <a:avLst/>
          </a:prstGeom>
          <a:noFill/>
          <a:ln>
            <a:noFill/>
          </a:ln>
        </p:spPr>
      </p:pic>
      <p:sp>
        <p:nvSpPr>
          <p:cNvPr id="147" name="Google Shape;147;p7"/>
          <p:cNvSpPr/>
          <p:nvPr/>
        </p:nvSpPr>
        <p:spPr>
          <a:xfrm>
            <a:off x="3635896" y="3429000"/>
            <a:ext cx="1008112" cy="1656184"/>
          </a:xfrm>
          <a:prstGeom prst="downArrow">
            <a:avLst>
              <a:gd name="adj1" fmla="val 50000"/>
              <a:gd name="adj2" fmla="val 50000"/>
            </a:avLst>
          </a:prstGeom>
          <a:solidFill>
            <a:schemeClr val="accent1"/>
          </a:solidFill>
          <a:ln w="12700" cap="flat" cmpd="sng">
            <a:solidFill>
              <a:srgbClr val="99341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Libre Baskerville"/>
              <a:ea typeface="Libre Baskerville"/>
              <a:cs typeface="Libre Baskerville"/>
              <a:sym typeface="Libre Baskerville"/>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8"/>
          <p:cNvSpPr txBox="1">
            <a:spLocks noGrp="1"/>
          </p:cNvSpPr>
          <p:nvPr>
            <p:ph type="title"/>
          </p:nvPr>
        </p:nvSpPr>
        <p:spPr>
          <a:xfrm>
            <a:off x="251520" y="274638"/>
            <a:ext cx="8784976" cy="1143000"/>
          </a:xfrm>
          <a:prstGeom prst="rect">
            <a:avLst/>
          </a:prstGeom>
          <a:noFill/>
          <a:ln>
            <a:noFill/>
          </a:ln>
        </p:spPr>
        <p:txBody>
          <a:bodyPr spcFirstLastPara="1" wrap="square" lIns="91425" tIns="45700" rIns="91425" bIns="91425" anchor="b" anchorCtr="0">
            <a:normAutofit fontScale="90000"/>
          </a:bodyPr>
          <a:lstStyle/>
          <a:p>
            <a:pPr marL="0" lvl="0" indent="0" algn="l" rtl="0">
              <a:spcBef>
                <a:spcPts val="0"/>
              </a:spcBef>
              <a:spcAft>
                <a:spcPts val="0"/>
              </a:spcAft>
              <a:buClr>
                <a:srgbClr val="FF0000"/>
              </a:buClr>
              <a:buSzPct val="100000"/>
              <a:buFont typeface="Libre Franklin"/>
              <a:buNone/>
            </a:pPr>
            <a:r>
              <a:rPr lang="en-IN">
                <a:solidFill>
                  <a:srgbClr val="FF0000"/>
                </a:solidFill>
              </a:rPr>
              <a:t>Computer Language vs. Human Language</a:t>
            </a:r>
            <a:endParaRPr>
              <a:solidFill>
                <a:srgbClr val="FF0000"/>
              </a:solidFill>
            </a:endParaRPr>
          </a:p>
        </p:txBody>
      </p:sp>
      <p:pic>
        <p:nvPicPr>
          <p:cNvPr id="153" name="Google Shape;153;p8" descr="See the source image"/>
          <p:cNvPicPr preferRelativeResize="0"/>
          <p:nvPr/>
        </p:nvPicPr>
        <p:blipFill rotWithShape="1">
          <a:blip r:embed="rId3">
            <a:alphaModFix/>
          </a:blip>
          <a:srcRect/>
          <a:stretch/>
        </p:blipFill>
        <p:spPr>
          <a:xfrm>
            <a:off x="971600" y="1556792"/>
            <a:ext cx="7128792" cy="47762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9"/>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Different Computer Languages</a:t>
            </a:r>
            <a:endParaRPr>
              <a:solidFill>
                <a:srgbClr val="FF0000"/>
              </a:solidFill>
            </a:endParaRPr>
          </a:p>
        </p:txBody>
      </p:sp>
      <p:pic>
        <p:nvPicPr>
          <p:cNvPr id="159" name="Google Shape;159;p9" descr="Image result for high level vs. assembly language"/>
          <p:cNvPicPr preferRelativeResize="0"/>
          <p:nvPr/>
        </p:nvPicPr>
        <p:blipFill rotWithShape="1">
          <a:blip r:embed="rId3">
            <a:alphaModFix/>
          </a:blip>
          <a:srcRect/>
          <a:stretch/>
        </p:blipFill>
        <p:spPr>
          <a:xfrm>
            <a:off x="1475656" y="1853927"/>
            <a:ext cx="6048672" cy="403843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0"/>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Compiler vs. Interpreter</a:t>
            </a:r>
            <a:endParaRPr>
              <a:solidFill>
                <a:srgbClr val="FF0000"/>
              </a:solidFill>
            </a:endParaRPr>
          </a:p>
        </p:txBody>
      </p:sp>
      <p:sp>
        <p:nvSpPr>
          <p:cNvPr id="165" name="Google Shape;165;p10"/>
          <p:cNvSpPr txBox="1">
            <a:spLocks noGrp="1"/>
          </p:cNvSpPr>
          <p:nvPr>
            <p:ph type="body" idx="1"/>
          </p:nvPr>
        </p:nvSpPr>
        <p:spPr>
          <a:xfrm>
            <a:off x="914400" y="1628800"/>
            <a:ext cx="7330008" cy="4391000"/>
          </a:xfrm>
          <a:prstGeom prst="rect">
            <a:avLst/>
          </a:prstGeom>
          <a:noFill/>
          <a:ln>
            <a:noFill/>
          </a:ln>
        </p:spPr>
        <p:txBody>
          <a:bodyPr spcFirstLastPara="1" wrap="square" lIns="91425" tIns="45700" rIns="91425" bIns="45700" anchor="t" anchorCtr="0">
            <a:normAutofit/>
          </a:bodyPr>
          <a:lstStyle/>
          <a:p>
            <a:pPr marL="274320" lvl="0" indent="-133985" algn="l" rtl="0">
              <a:spcBef>
                <a:spcPts val="0"/>
              </a:spcBef>
              <a:spcAft>
                <a:spcPts val="0"/>
              </a:spcAft>
              <a:buSzPts val="2210"/>
              <a:buNone/>
            </a:pPr>
            <a:endParaRPr/>
          </a:p>
        </p:txBody>
      </p:sp>
      <p:pic>
        <p:nvPicPr>
          <p:cNvPr id="166" name="Google Shape;166;p10" descr="Image result for compiler vs interpreter"/>
          <p:cNvPicPr preferRelativeResize="0"/>
          <p:nvPr/>
        </p:nvPicPr>
        <p:blipFill rotWithShape="1">
          <a:blip r:embed="rId3">
            <a:alphaModFix/>
          </a:blip>
          <a:srcRect/>
          <a:stretch/>
        </p:blipFill>
        <p:spPr>
          <a:xfrm>
            <a:off x="899576" y="1628800"/>
            <a:ext cx="7344816" cy="452762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b="1">
                <a:solidFill>
                  <a:srgbClr val="FF0000"/>
                </a:solidFill>
              </a:rPr>
              <a:t>Make language  your Friend</a:t>
            </a:r>
            <a:endParaRPr b="1">
              <a:solidFill>
                <a:srgbClr val="FF0000"/>
              </a:solidFill>
            </a:endParaRPr>
          </a:p>
        </p:txBody>
      </p:sp>
      <p:pic>
        <p:nvPicPr>
          <p:cNvPr id="172" name="Google Shape;172;p11" descr="1588336765682_blog_11-01_(1)_(1).jpg"/>
          <p:cNvPicPr preferRelativeResize="0">
            <a:picLocks noGrp="1"/>
          </p:cNvPicPr>
          <p:nvPr>
            <p:ph type="body" idx="1"/>
          </p:nvPr>
        </p:nvPicPr>
        <p:blipFill rotWithShape="1">
          <a:blip r:embed="rId3">
            <a:alphaModFix/>
          </a:blip>
          <a:srcRect/>
          <a:stretch/>
        </p:blipFill>
        <p:spPr>
          <a:xfrm>
            <a:off x="1751990" y="1521296"/>
            <a:ext cx="6097219" cy="4572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pic>
        <p:nvPicPr>
          <p:cNvPr id="177" name="Google Shape;177;p12" descr="Image result for applications of python"/>
          <p:cNvPicPr preferRelativeResize="0"/>
          <p:nvPr/>
        </p:nvPicPr>
        <p:blipFill rotWithShape="1">
          <a:blip r:embed="rId3">
            <a:alphaModFix/>
          </a:blip>
          <a:srcRect/>
          <a:stretch/>
        </p:blipFill>
        <p:spPr>
          <a:xfrm>
            <a:off x="467544" y="836711"/>
            <a:ext cx="8496944" cy="459570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13"/>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133985" algn="l" rtl="0">
              <a:spcBef>
                <a:spcPts val="0"/>
              </a:spcBef>
              <a:spcAft>
                <a:spcPts val="0"/>
              </a:spcAft>
              <a:buSzPts val="2210"/>
              <a:buNone/>
            </a:pPr>
            <a:endParaRPr/>
          </a:p>
        </p:txBody>
      </p:sp>
      <p:pic>
        <p:nvPicPr>
          <p:cNvPr id="183" name="Google Shape;183;p13" descr="See the source image"/>
          <p:cNvPicPr preferRelativeResize="0"/>
          <p:nvPr/>
        </p:nvPicPr>
        <p:blipFill rotWithShape="1">
          <a:blip r:embed="rId3">
            <a:alphaModFix/>
          </a:blip>
          <a:srcRect/>
          <a:stretch/>
        </p:blipFill>
        <p:spPr>
          <a:xfrm>
            <a:off x="395535" y="476672"/>
            <a:ext cx="8357405" cy="568863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Overview of Unit 1 </a:t>
            </a:r>
            <a:endParaRPr>
              <a:solidFill>
                <a:srgbClr val="FF0000"/>
              </a:solidFill>
            </a:endParaRPr>
          </a:p>
        </p:txBody>
      </p:sp>
      <p:pic>
        <p:nvPicPr>
          <p:cNvPr id="189" name="Google Shape;189;p14" descr="images.png"/>
          <p:cNvPicPr preferRelativeResize="0">
            <a:picLocks noGrp="1"/>
          </p:cNvPicPr>
          <p:nvPr>
            <p:ph type="body" idx="1"/>
          </p:nvPr>
        </p:nvPicPr>
        <p:blipFill rotWithShape="1">
          <a:blip r:embed="rId3">
            <a:alphaModFix/>
          </a:blip>
          <a:srcRect/>
          <a:stretch/>
        </p:blipFill>
        <p:spPr>
          <a:xfrm>
            <a:off x="3371850" y="2933700"/>
            <a:ext cx="2857500" cy="1600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5"/>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1</a:t>
            </a:r>
            <a:endParaRPr>
              <a:solidFill>
                <a:srgbClr val="FF0000"/>
              </a:solidFill>
            </a:endParaRPr>
          </a:p>
        </p:txBody>
      </p:sp>
      <p:sp>
        <p:nvSpPr>
          <p:cNvPr id="195" name="Google Shape;195;p15"/>
          <p:cNvSpPr txBox="1">
            <a:spLocks noGrp="1"/>
          </p:cNvSpPr>
          <p:nvPr>
            <p:ph type="body" idx="1"/>
          </p:nvPr>
        </p:nvSpPr>
        <p:spPr>
          <a:xfrm>
            <a:off x="457200" y="1340768"/>
            <a:ext cx="8229600" cy="5112568"/>
          </a:xfrm>
          <a:prstGeom prst="rect">
            <a:avLst/>
          </a:prstGeom>
          <a:noFill/>
          <a:ln>
            <a:noFill/>
          </a:ln>
        </p:spPr>
        <p:txBody>
          <a:bodyPr spcFirstLastPara="1" wrap="square" lIns="91425" tIns="45700" rIns="91425" bIns="45700" anchor="t" anchorCtr="0">
            <a:normAutofit/>
          </a:bodyPr>
          <a:lstStyle/>
          <a:p>
            <a:pPr marL="0" lvl="0" indent="0">
              <a:buNone/>
            </a:pPr>
            <a:r>
              <a:rPr lang="en-US" sz="2400" b="1" dirty="0"/>
              <a:t>Setting up your Programming Environment </a:t>
            </a:r>
            <a:r>
              <a:rPr lang="en-US" sz="2400" dirty="0"/>
              <a:t>: Python versions, Python on windows, running a ‘Hello World’ program </a:t>
            </a:r>
          </a:p>
          <a:p>
            <a:pPr marL="0" lvl="0" indent="0">
              <a:buNone/>
            </a:pPr>
            <a:endParaRPr lang="en-US" sz="2400" dirty="0"/>
          </a:p>
          <a:p>
            <a:pPr marL="0" lvl="0" indent="0">
              <a:buNone/>
            </a:pPr>
            <a:r>
              <a:rPr lang="en-US" sz="2400" b="1" dirty="0"/>
              <a:t>Variables, Expression and Statements: </a:t>
            </a:r>
            <a:r>
              <a:rPr lang="en-US" sz="2400" dirty="0"/>
              <a:t> Naming and using variables, Avoiding Name Error when using variables, Values and types, variables, variables name and keywords, statements, operators and operand, order of operations, operations on string, composition and comments </a:t>
            </a:r>
            <a:endParaRPr sz="2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16"/>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b="1">
                <a:solidFill>
                  <a:srgbClr val="FF0000"/>
                </a:solidFill>
              </a:rPr>
              <a:t>Overview of Unit 2 </a:t>
            </a:r>
            <a:endParaRPr b="1">
              <a:solidFill>
                <a:srgbClr val="FF0000"/>
              </a:solidFill>
            </a:endParaRPr>
          </a:p>
        </p:txBody>
      </p:sp>
      <p:pic>
        <p:nvPicPr>
          <p:cNvPr id="201" name="Google Shape;201;p16" descr="iflese.jpg"/>
          <p:cNvPicPr preferRelativeResize="0">
            <a:picLocks noGrp="1"/>
          </p:cNvPicPr>
          <p:nvPr>
            <p:ph type="body" idx="1"/>
          </p:nvPr>
        </p:nvPicPr>
        <p:blipFill rotWithShape="1">
          <a:blip r:embed="rId3">
            <a:alphaModFix/>
          </a:blip>
          <a:srcRect/>
          <a:stretch/>
        </p:blipFill>
        <p:spPr>
          <a:xfrm>
            <a:off x="914400" y="1547812"/>
            <a:ext cx="7772400" cy="437197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7"/>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2</a:t>
            </a:r>
            <a:endParaRPr>
              <a:solidFill>
                <a:srgbClr val="FF0000"/>
              </a:solidFill>
            </a:endParaRPr>
          </a:p>
        </p:txBody>
      </p:sp>
      <p:sp>
        <p:nvSpPr>
          <p:cNvPr id="207" name="Google Shape;207;p17"/>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0">
              <a:buNone/>
            </a:pPr>
            <a:r>
              <a:rPr lang="en-US" sz="2400" b="1" dirty="0"/>
              <a:t>Conditional statements </a:t>
            </a:r>
            <a:r>
              <a:rPr lang="en-US" sz="2400" dirty="0"/>
              <a:t>: modulus operator, Random numbers, Boolean expressions, logic operators, conditional, nested conditionals</a:t>
            </a:r>
          </a:p>
          <a:p>
            <a:pPr marL="274320" lvl="0" indent="0">
              <a:buNone/>
            </a:pPr>
            <a:r>
              <a:rPr lang="en-US" sz="2400" b="1" dirty="0"/>
              <a:t>Iterative statements </a:t>
            </a:r>
            <a:r>
              <a:rPr lang="en-US" sz="2400" dirty="0"/>
              <a:t>: while statements, for loop statement, Nested for, Nested while, Random numbers in loops, encapsulation and generalization </a:t>
            </a:r>
            <a:endParaRPr sz="2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19"/>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3</a:t>
            </a:r>
            <a:endParaRPr>
              <a:solidFill>
                <a:srgbClr val="FF0000"/>
              </a:solidFill>
            </a:endParaRPr>
          </a:p>
        </p:txBody>
      </p:sp>
      <p:sp>
        <p:nvSpPr>
          <p:cNvPr id="213" name="Google Shape;213;p19"/>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a:bodyPr>
          <a:lstStyle/>
          <a:p>
            <a:pPr marL="274320" lvl="0" indent="0">
              <a:spcBef>
                <a:spcPts val="0"/>
              </a:spcBef>
              <a:buNone/>
            </a:pPr>
            <a:r>
              <a:rPr lang="en-US" sz="2400" b="1" dirty="0"/>
              <a:t>Functions and recursion </a:t>
            </a:r>
            <a:r>
              <a:rPr lang="en-US" sz="2400" dirty="0"/>
              <a:t>: function calls, type conversion and coercion, math functions, adding new function, parameters and argument, recursion and its use </a:t>
            </a:r>
            <a:endParaRPr sz="2500" b="1"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1"/>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4</a:t>
            </a:r>
            <a:endParaRPr>
              <a:solidFill>
                <a:srgbClr val="FF0000"/>
              </a:solidFill>
            </a:endParaRPr>
          </a:p>
        </p:txBody>
      </p:sp>
      <p:sp>
        <p:nvSpPr>
          <p:cNvPr id="219" name="Google Shape;219;p21"/>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fontScale="92500" lnSpcReduction="20000"/>
          </a:bodyPr>
          <a:lstStyle/>
          <a:p>
            <a:pPr marL="274320" lvl="0" indent="-133985">
              <a:buSzPts val="2210"/>
              <a:buNone/>
            </a:pPr>
            <a:r>
              <a:rPr lang="en-US" sz="2800" b="1" dirty="0"/>
              <a:t>String :</a:t>
            </a:r>
            <a:r>
              <a:rPr lang="en-US" sz="2800" dirty="0"/>
              <a:t> string a compound data type, length, string traversal, string slices, comparison, find function, looping and counting </a:t>
            </a:r>
          </a:p>
          <a:p>
            <a:pPr marL="274320" lvl="0" indent="-133985">
              <a:buSzPts val="2210"/>
              <a:buNone/>
            </a:pPr>
            <a:r>
              <a:rPr lang="en-US" sz="2800" b="1" dirty="0"/>
              <a:t>Lists</a:t>
            </a:r>
            <a:r>
              <a:rPr lang="en-US" sz="2800" dirty="0"/>
              <a:t> : list values, length, membership, operations, slices, deletion, accessing elements, list and for loops, list parameters and nested list </a:t>
            </a:r>
          </a:p>
          <a:p>
            <a:pPr marL="274320" lvl="0" indent="-133985">
              <a:buSzPts val="2210"/>
              <a:buNone/>
            </a:pPr>
            <a:r>
              <a:rPr lang="en-US" sz="2800" b="1" dirty="0"/>
              <a:t>Tuples and Dictionaries </a:t>
            </a:r>
            <a:r>
              <a:rPr lang="en-US" sz="2800" dirty="0"/>
              <a:t>: mutability and tuples, tuple assignment, tuple as return values, dictionaries operations and methods, sparse matrices, aliasing and coping </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23"/>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5</a:t>
            </a:r>
            <a:endParaRPr>
              <a:solidFill>
                <a:srgbClr val="FF0000"/>
              </a:solidFill>
            </a:endParaRPr>
          </a:p>
        </p:txBody>
      </p:sp>
      <p:sp>
        <p:nvSpPr>
          <p:cNvPr id="225" name="Google Shape;225;p23"/>
          <p:cNvSpPr txBox="1">
            <a:spLocks noGrp="1"/>
          </p:cNvSpPr>
          <p:nvPr>
            <p:ph type="body" idx="1"/>
          </p:nvPr>
        </p:nvSpPr>
        <p:spPr>
          <a:xfrm>
            <a:off x="457200" y="1600200"/>
            <a:ext cx="8507288" cy="4525963"/>
          </a:xfrm>
          <a:prstGeom prst="rect">
            <a:avLst/>
          </a:prstGeom>
          <a:noFill/>
          <a:ln>
            <a:noFill/>
          </a:ln>
        </p:spPr>
        <p:txBody>
          <a:bodyPr spcFirstLastPara="1" wrap="square" lIns="91425" tIns="45700" rIns="91425" bIns="45700" anchor="t" anchorCtr="0">
            <a:normAutofit/>
          </a:bodyPr>
          <a:lstStyle/>
          <a:p>
            <a:pPr marL="0" lvl="0" indent="0">
              <a:buNone/>
            </a:pPr>
            <a:r>
              <a:rPr lang="en-US" sz="2400" b="1" dirty="0"/>
              <a:t>Classes and objects </a:t>
            </a:r>
            <a:r>
              <a:rPr lang="en-US" sz="2400" dirty="0"/>
              <a:t>: Creating classes, creating instance objects, accessing attributes </a:t>
            </a:r>
          </a:p>
          <a:p>
            <a:pPr marL="0" lvl="0" indent="0">
              <a:buNone/>
            </a:pPr>
            <a:r>
              <a:rPr lang="en-US" sz="2400" b="1" dirty="0"/>
              <a:t>Object oriented programming terminology </a:t>
            </a:r>
            <a:r>
              <a:rPr lang="en-US" sz="2400" dirty="0"/>
              <a:t>: Class Inheritance, Overriding Methods, Data Hiding, Function Overloading</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24"/>
          <p:cNvSpPr txBox="1">
            <a:spLocks noGrp="1"/>
          </p:cNvSpPr>
          <p:nvPr>
            <p:ph type="title"/>
          </p:nvPr>
        </p:nvSpPr>
        <p:spPr>
          <a:xfrm>
            <a:off x="914400" y="274638"/>
            <a:ext cx="7772400" cy="1143000"/>
          </a:xfrm>
          <a:prstGeom prst="rect">
            <a:avLst/>
          </a:prstGeom>
          <a:noFill/>
          <a:ln>
            <a:noFill/>
          </a:ln>
        </p:spPr>
        <p:txBody>
          <a:bodyPr spcFirstLastPara="1" wrap="square" lIns="91425" tIns="45700" rIns="91425" bIns="91425" anchor="b" anchorCtr="0">
            <a:normAutofit/>
          </a:bodyPr>
          <a:lstStyle/>
          <a:p>
            <a:pPr marL="0" lvl="0" indent="0" algn="l" rtl="0">
              <a:spcBef>
                <a:spcPts val="0"/>
              </a:spcBef>
              <a:spcAft>
                <a:spcPts val="0"/>
              </a:spcAft>
              <a:buClr>
                <a:srgbClr val="FF0000"/>
              </a:buClr>
              <a:buSzPts val="4000"/>
              <a:buFont typeface="Libre Franklin"/>
              <a:buNone/>
            </a:pPr>
            <a:r>
              <a:rPr lang="en-IN">
                <a:solidFill>
                  <a:srgbClr val="FF0000"/>
                </a:solidFill>
              </a:rPr>
              <a:t>Unit 6</a:t>
            </a:r>
            <a:endParaRPr>
              <a:solidFill>
                <a:srgbClr val="FF0000"/>
              </a:solidFill>
            </a:endParaRPr>
          </a:p>
        </p:txBody>
      </p:sp>
      <p:sp>
        <p:nvSpPr>
          <p:cNvPr id="231" name="Google Shape;231;p24"/>
          <p:cNvSpPr txBox="1">
            <a:spLocks noGrp="1"/>
          </p:cNvSpPr>
          <p:nvPr>
            <p:ph type="body" idx="1"/>
          </p:nvPr>
        </p:nvSpPr>
        <p:spPr>
          <a:xfrm>
            <a:off x="914400" y="1447800"/>
            <a:ext cx="7772400" cy="4572000"/>
          </a:xfrm>
          <a:prstGeom prst="rect">
            <a:avLst/>
          </a:prstGeom>
          <a:noFill/>
          <a:ln>
            <a:noFill/>
          </a:ln>
        </p:spPr>
        <p:txBody>
          <a:bodyPr spcFirstLastPara="1" wrap="square" lIns="91425" tIns="45700" rIns="91425" bIns="45700" anchor="t" anchorCtr="0">
            <a:normAutofit fontScale="92500"/>
          </a:bodyPr>
          <a:lstStyle/>
          <a:p>
            <a:pPr marL="274320" lvl="0" indent="-133985">
              <a:buSzPts val="2210"/>
              <a:buNone/>
            </a:pPr>
            <a:r>
              <a:rPr lang="en-US" sz="2800" b="1" dirty="0"/>
              <a:t>Files and Exceptions</a:t>
            </a:r>
            <a:r>
              <a:rPr lang="en-US" sz="2800" dirty="0"/>
              <a:t> : text files, writing variables, Reading from a file, writing to a file, directories, pickling, handling the zero Division error exception, using try-except blocks, The else block, Handling the File Not found error exception </a:t>
            </a:r>
          </a:p>
          <a:p>
            <a:pPr marL="274320" lvl="0" indent="-133985">
              <a:buSzPts val="2210"/>
              <a:buNone/>
            </a:pPr>
            <a:r>
              <a:rPr lang="en-US" sz="2800" b="1" dirty="0"/>
              <a:t>Regular Expressions </a:t>
            </a:r>
            <a:r>
              <a:rPr lang="en-US" sz="2800" dirty="0"/>
              <a:t>: Concept of regular expression, various types of regular expressions, using match function, Web Scraping by using Regular Expressions</a:t>
            </a:r>
            <a:endParaRPr b="1"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27" descr="istockphoto-1147584034-612x612.jpg"/>
          <p:cNvPicPr preferRelativeResize="0">
            <a:picLocks noGrp="1"/>
          </p:cNvPicPr>
          <p:nvPr>
            <p:ph type="body" idx="1"/>
          </p:nvPr>
        </p:nvPicPr>
        <p:blipFill rotWithShape="1">
          <a:blip r:embed="rId3">
            <a:alphaModFix/>
          </a:blip>
          <a:srcRect/>
          <a:stretch/>
        </p:blipFill>
        <p:spPr>
          <a:xfrm>
            <a:off x="1763688" y="1052736"/>
            <a:ext cx="5832648" cy="3743133"/>
          </a:xfrm>
          <a:prstGeom prst="rect">
            <a:avLst/>
          </a:prstGeom>
          <a:noFill/>
          <a:ln>
            <a:noFill/>
          </a:ln>
        </p:spPr>
      </p:pic>
    </p:spTree>
  </p:cSld>
  <p:clrMapOvr>
    <a:masterClrMapping/>
  </p:clrMapOvr>
</p:sld>
</file>

<file path=ppt/theme/theme1.xml><?xml version="1.0" encoding="utf-8"?>
<a:theme xmlns:a="http://schemas.openxmlformats.org/drawingml/2006/main" name="Equity">
  <a:themeElements>
    <a:clrScheme name="Equity">
      <a:dk1>
        <a:srgbClr val="000000"/>
      </a:dk1>
      <a:lt1>
        <a:srgbClr val="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1071</TotalTime>
  <Words>1013</Words>
  <Application>Microsoft Office PowerPoint</Application>
  <PresentationFormat>On-screen Show (4:3)</PresentationFormat>
  <Paragraphs>165</Paragraphs>
  <Slides>30</Slides>
  <Notes>22</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Equity</vt:lpstr>
      <vt:lpstr>Lecture 0  INT108:: PYTHON PROGRAMMING </vt:lpstr>
      <vt:lpstr>Course Overview</vt:lpstr>
      <vt:lpstr>CA and ETP</vt:lpstr>
      <vt:lpstr>Marks Breakup</vt:lpstr>
      <vt:lpstr>Important information</vt:lpstr>
      <vt:lpstr>Mandatory conditions for ca</vt:lpstr>
      <vt:lpstr>PowerPoint Presentation</vt:lpstr>
      <vt:lpstr>Mandatory conditions for ca</vt:lpstr>
      <vt:lpstr>PowerPoint Presentation</vt:lpstr>
      <vt:lpstr>PowerPoint Presentation</vt:lpstr>
      <vt:lpstr>Answer</vt:lpstr>
      <vt:lpstr>Star Course</vt:lpstr>
      <vt:lpstr>Course Objectives</vt:lpstr>
      <vt:lpstr>Why languages?</vt:lpstr>
      <vt:lpstr>PowerPoint Presentation</vt:lpstr>
      <vt:lpstr>Computer Language vs. Human Language</vt:lpstr>
      <vt:lpstr>Different Computer Languages</vt:lpstr>
      <vt:lpstr>Compiler vs. Interpreter</vt:lpstr>
      <vt:lpstr>Make language  your Friend</vt:lpstr>
      <vt:lpstr>PowerPoint Presentation</vt:lpstr>
      <vt:lpstr>PowerPoint Presentation</vt:lpstr>
      <vt:lpstr>Overview of Unit 1 </vt:lpstr>
      <vt:lpstr>Unit 1</vt:lpstr>
      <vt:lpstr>Overview of Unit 2 </vt:lpstr>
      <vt:lpstr>Unit 2</vt:lpstr>
      <vt:lpstr>Unit 3</vt:lpstr>
      <vt:lpstr>Unit 4</vt:lpstr>
      <vt:lpstr>Unit 5</vt:lpstr>
      <vt:lpstr>Unit 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0  INT108:: PYTHON PROGRAMMING</dc:title>
  <dc:creator>ismail - [2010]</dc:creator>
  <cp:lastModifiedBy>Gargi Kalia</cp:lastModifiedBy>
  <cp:revision>20</cp:revision>
  <dcterms:created xsi:type="dcterms:W3CDTF">2021-08-20T07:23:04Z</dcterms:created>
  <dcterms:modified xsi:type="dcterms:W3CDTF">2023-08-26T10:34:52Z</dcterms:modified>
</cp:coreProperties>
</file>